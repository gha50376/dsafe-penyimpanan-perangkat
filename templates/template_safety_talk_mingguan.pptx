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handoutMasterIdLst>
    <p:handoutMasterId r:id="rId12"/>
  </p:handoutMasterIdLst>
  <p:sldIdLst>
    <p:sldId id="2147474082" r:id="rId2"/>
    <p:sldId id="2147473981" r:id="rId3"/>
    <p:sldId id="2147474017" r:id="rId4"/>
    <p:sldId id="2147473984" r:id="rId5"/>
    <p:sldId id="2147474081" r:id="rId6"/>
    <p:sldId id="2147474020" r:id="rId7"/>
    <p:sldId id="2147474083" r:id="rId8"/>
    <p:sldId id="2147474084" r:id="rId9"/>
    <p:sldId id="214747394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89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BFE6D5-FC74-6B22-DFA1-A66A73916C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31C354-34F6-4F6B-46B3-F957F8B439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7F1F2-1435-4B5A-A88B-A1910A0F9E44}" type="datetimeFigureOut">
              <a:rPr lang="en-ID" smtClean="0"/>
              <a:t>27/09/2026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AFE65-DC1F-0D8E-0E9E-6889506424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AC019-E008-917F-AF3D-B33A0CF52A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78979-5584-458A-859E-89815827CD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96254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771956-6EBC-4C59-A58C-C2175E8E0E46}" type="datetimeFigureOut">
              <a:rPr lang="en-ID" smtClean="0"/>
              <a:t>27/09/2026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35451-E80A-4B3B-837B-A4536F701AA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23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4443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223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5746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6552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1902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FCFFE137-9C44-9373-7B4B-04D1E3DF6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>
            <a:extLst>
              <a:ext uri="{FF2B5EF4-FFF2-40B4-BE49-F238E27FC236}">
                <a16:creationId xmlns:a16="http://schemas.microsoft.com/office/drawing/2014/main" id="{A50ABF8E-0223-1AD5-7794-0231B4858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:notes">
            <a:extLst>
              <a:ext uri="{FF2B5EF4-FFF2-40B4-BE49-F238E27FC236}">
                <a16:creationId xmlns:a16="http://schemas.microsoft.com/office/drawing/2014/main" id="{69AFE38B-6707-CE4D-057B-F7CAEFEAC3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6480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BC928DCB-D1E4-FBAD-D882-36ACDB1FD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>
            <a:extLst>
              <a:ext uri="{FF2B5EF4-FFF2-40B4-BE49-F238E27FC236}">
                <a16:creationId xmlns:a16="http://schemas.microsoft.com/office/drawing/2014/main" id="{BA08B0A7-D4DC-EADB-1F95-C9C60BC246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>
            <a:extLst>
              <a:ext uri="{FF2B5EF4-FFF2-40B4-BE49-F238E27FC236}">
                <a16:creationId xmlns:a16="http://schemas.microsoft.com/office/drawing/2014/main" id="{39EC4069-90AF-D073-75F8-79BDF555E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4508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6702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37;p1">
            <a:extLst>
              <a:ext uri="{FF2B5EF4-FFF2-40B4-BE49-F238E27FC236}">
                <a16:creationId xmlns:a16="http://schemas.microsoft.com/office/drawing/2014/main" id="{D1948289-03D7-B09D-CCEF-9AF0585190D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20" t="225" r="40030" b="5540"/>
          <a:stretch/>
        </p:blipFill>
        <p:spPr>
          <a:xfrm>
            <a:off x="6126144" y="16329"/>
            <a:ext cx="6071173" cy="6841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9;p1">
            <a:extLst>
              <a:ext uri="{FF2B5EF4-FFF2-40B4-BE49-F238E27FC236}">
                <a16:creationId xmlns:a16="http://schemas.microsoft.com/office/drawing/2014/main" id="{B26CA33B-1686-93FD-9005-1975DA04129F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 rot="16200000">
            <a:off x="3108589" y="2111605"/>
            <a:ext cx="6865038" cy="45499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6;p1">
            <a:extLst>
              <a:ext uri="{FF2B5EF4-FFF2-40B4-BE49-F238E27FC236}">
                <a16:creationId xmlns:a16="http://schemas.microsoft.com/office/drawing/2014/main" id="{24ADCBFA-D73B-00DB-57F9-689C201C8553}"/>
              </a:ext>
            </a:extLst>
          </p:cNvPr>
          <p:cNvSpPr txBox="1"/>
          <p:nvPr userDrawn="1"/>
        </p:nvSpPr>
        <p:spPr>
          <a:xfrm>
            <a:off x="142423" y="6461938"/>
            <a:ext cx="3754022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50" dirty="0"/>
              <a:t>PT. </a:t>
            </a:r>
            <a:r>
              <a:rPr lang="en-US" sz="1650" dirty="0" err="1"/>
              <a:t>Kereta</a:t>
            </a:r>
            <a:r>
              <a:rPr lang="en-US" sz="1650" dirty="0"/>
              <a:t> </a:t>
            </a:r>
            <a:r>
              <a:rPr lang="en-US" sz="1650" dirty="0" err="1"/>
              <a:t>Api</a:t>
            </a:r>
            <a:r>
              <a:rPr lang="en-US" sz="1650" dirty="0"/>
              <a:t> Indonesia (Persero)</a:t>
            </a:r>
            <a:endParaRPr sz="700" dirty="0"/>
          </a:p>
        </p:txBody>
      </p:sp>
      <p:sp>
        <p:nvSpPr>
          <p:cNvPr id="6" name="Google Shape;147;p1">
            <a:extLst>
              <a:ext uri="{FF2B5EF4-FFF2-40B4-BE49-F238E27FC236}">
                <a16:creationId xmlns:a16="http://schemas.microsoft.com/office/drawing/2014/main" id="{1C45670E-1AC8-00C9-806E-3027768665BA}"/>
              </a:ext>
            </a:extLst>
          </p:cNvPr>
          <p:cNvSpPr txBox="1"/>
          <p:nvPr userDrawn="1"/>
        </p:nvSpPr>
        <p:spPr>
          <a:xfrm>
            <a:off x="271656" y="5219145"/>
            <a:ext cx="5241247" cy="467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7590"/>
              </a:lnSpc>
            </a:pPr>
            <a:r>
              <a:rPr lang="en-US" sz="2200" err="1"/>
              <a:t>Periode</a:t>
            </a:r>
            <a:r>
              <a:rPr lang="en-US" sz="2200"/>
              <a:t> :</a:t>
            </a:r>
            <a:endParaRPr sz="700" dirty="0"/>
          </a:p>
        </p:txBody>
      </p:sp>
      <p:grpSp>
        <p:nvGrpSpPr>
          <p:cNvPr id="7" name="Google Shape;240;p6">
            <a:extLst>
              <a:ext uri="{FF2B5EF4-FFF2-40B4-BE49-F238E27FC236}">
                <a16:creationId xmlns:a16="http://schemas.microsoft.com/office/drawing/2014/main" id="{F7BE3F69-6117-A1B2-8258-6EF57D769F99}"/>
              </a:ext>
            </a:extLst>
          </p:cNvPr>
          <p:cNvGrpSpPr/>
          <p:nvPr userDrawn="1"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8" name="Google Shape;241;p6">
              <a:extLst>
                <a:ext uri="{FF2B5EF4-FFF2-40B4-BE49-F238E27FC236}">
                  <a16:creationId xmlns:a16="http://schemas.microsoft.com/office/drawing/2014/main" id="{798DBC95-B7AF-0E3C-6E9B-F10755AFB6AA}"/>
                </a:ext>
              </a:extLst>
            </p:cNvPr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9" name="Google Shape;242;p6">
              <a:extLst>
                <a:ext uri="{FF2B5EF4-FFF2-40B4-BE49-F238E27FC236}">
                  <a16:creationId xmlns:a16="http://schemas.microsoft.com/office/drawing/2014/main" id="{D46DD60A-4874-4F72-822E-EDC94914F098}"/>
                </a:ext>
              </a:extLst>
            </p:cNvPr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10" name="Google Shape;243;p6">
              <a:extLst>
                <a:ext uri="{FF2B5EF4-FFF2-40B4-BE49-F238E27FC236}">
                  <a16:creationId xmlns:a16="http://schemas.microsoft.com/office/drawing/2014/main" id="{3F847313-FCA3-A255-D9C8-99512A630C30}"/>
                </a:ext>
              </a:extLst>
            </p:cNvPr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</p:grpSp>
    </p:spTree>
    <p:extLst>
      <p:ext uri="{BB962C8B-B14F-4D97-AF65-F5344CB8AC3E}">
        <p14:creationId xmlns:p14="http://schemas.microsoft.com/office/powerpoint/2010/main" val="163358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240;p6">
            <a:extLst>
              <a:ext uri="{FF2B5EF4-FFF2-40B4-BE49-F238E27FC236}">
                <a16:creationId xmlns:a16="http://schemas.microsoft.com/office/drawing/2014/main" id="{0B419D6C-E1C9-4548-AFFD-318AFAD0C5E7}"/>
              </a:ext>
            </a:extLst>
          </p:cNvPr>
          <p:cNvGrpSpPr/>
          <p:nvPr userDrawn="1"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7" name="Google Shape;241;p6">
              <a:extLst>
                <a:ext uri="{FF2B5EF4-FFF2-40B4-BE49-F238E27FC236}">
                  <a16:creationId xmlns:a16="http://schemas.microsoft.com/office/drawing/2014/main" id="{69E86A0E-A94A-3709-FB16-B97206D388A5}"/>
                </a:ext>
              </a:extLst>
            </p:cNvPr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8" name="Google Shape;242;p6">
              <a:extLst>
                <a:ext uri="{FF2B5EF4-FFF2-40B4-BE49-F238E27FC236}">
                  <a16:creationId xmlns:a16="http://schemas.microsoft.com/office/drawing/2014/main" id="{4D7512F3-5A15-C96F-1DEC-BB3D99D6554E}"/>
                </a:ext>
              </a:extLst>
            </p:cNvPr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9" name="Google Shape;243;p6">
              <a:extLst>
                <a:ext uri="{FF2B5EF4-FFF2-40B4-BE49-F238E27FC236}">
                  <a16:creationId xmlns:a16="http://schemas.microsoft.com/office/drawing/2014/main" id="{11D6D187-DA87-4EE7-3018-074888DA9859}"/>
                </a:ext>
              </a:extLst>
            </p:cNvPr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C56E0B41-7568-1BD0-67AD-3A83ECE06CF9}"/>
              </a:ext>
            </a:extLst>
          </p:cNvPr>
          <p:cNvSpPr/>
          <p:nvPr userDrawn="1"/>
        </p:nvSpPr>
        <p:spPr>
          <a:xfrm>
            <a:off x="7887393" y="2014329"/>
            <a:ext cx="3869635" cy="38593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80A73E-2FFD-357B-5D5A-AD65108CC5D0}"/>
              </a:ext>
            </a:extLst>
          </p:cNvPr>
          <p:cNvSpPr txBox="1"/>
          <p:nvPr userDrawn="1"/>
        </p:nvSpPr>
        <p:spPr>
          <a:xfrm>
            <a:off x="9047289" y="2319724"/>
            <a:ext cx="1617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Fax" panose="02060602050505020204" pitchFamily="18" charset="0"/>
                <a:ea typeface="+mn-ea"/>
                <a:cs typeface="+mn-cs"/>
              </a:rPr>
              <a:t>DOKUMENTASI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Fax" panose="020606020505050202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51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649639-8032-9BAE-B2C7-B55015178F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7" name="Google Shape;267;p7">
            <a:extLst>
              <a:ext uri="{FF2B5EF4-FFF2-40B4-BE49-F238E27FC236}">
                <a16:creationId xmlns:a16="http://schemas.microsoft.com/office/drawing/2014/main" id="{827A66C8-8F37-925F-1D1B-027F2FE9C47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644078" y="528418"/>
            <a:ext cx="938322" cy="437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145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240;p6">
            <a:extLst>
              <a:ext uri="{FF2B5EF4-FFF2-40B4-BE49-F238E27FC236}">
                <a16:creationId xmlns:a16="http://schemas.microsoft.com/office/drawing/2014/main" id="{435E95B1-844D-BE8D-6597-EF197CEDE2BE}"/>
              </a:ext>
            </a:extLst>
          </p:cNvPr>
          <p:cNvGrpSpPr/>
          <p:nvPr userDrawn="1"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9" name="Google Shape;241;p6">
              <a:extLst>
                <a:ext uri="{FF2B5EF4-FFF2-40B4-BE49-F238E27FC236}">
                  <a16:creationId xmlns:a16="http://schemas.microsoft.com/office/drawing/2014/main" id="{2C293D64-8A54-7520-F2BA-BB82A247EF7D}"/>
                </a:ext>
              </a:extLst>
            </p:cNvPr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10" name="Google Shape;242;p6">
              <a:extLst>
                <a:ext uri="{FF2B5EF4-FFF2-40B4-BE49-F238E27FC236}">
                  <a16:creationId xmlns:a16="http://schemas.microsoft.com/office/drawing/2014/main" id="{83668719-563B-B267-7BCD-1B864C289EB7}"/>
                </a:ext>
              </a:extLst>
            </p:cNvPr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11" name="Google Shape;243;p6">
              <a:extLst>
                <a:ext uri="{FF2B5EF4-FFF2-40B4-BE49-F238E27FC236}">
                  <a16:creationId xmlns:a16="http://schemas.microsoft.com/office/drawing/2014/main" id="{6A0F64CD-B350-2B00-E9C4-8E0AF14698AD}"/>
                </a:ext>
              </a:extLst>
            </p:cNvPr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</p:grpSp>
    </p:spTree>
    <p:extLst>
      <p:ext uri="{BB962C8B-B14F-4D97-AF65-F5344CB8AC3E}">
        <p14:creationId xmlns:p14="http://schemas.microsoft.com/office/powerpoint/2010/main" val="1631659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240;p6">
            <a:extLst>
              <a:ext uri="{FF2B5EF4-FFF2-40B4-BE49-F238E27FC236}">
                <a16:creationId xmlns:a16="http://schemas.microsoft.com/office/drawing/2014/main" id="{435E95B1-844D-BE8D-6597-EF197CEDE2BE}"/>
              </a:ext>
            </a:extLst>
          </p:cNvPr>
          <p:cNvGrpSpPr/>
          <p:nvPr userDrawn="1"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9" name="Google Shape;241;p6">
              <a:extLst>
                <a:ext uri="{FF2B5EF4-FFF2-40B4-BE49-F238E27FC236}">
                  <a16:creationId xmlns:a16="http://schemas.microsoft.com/office/drawing/2014/main" id="{2C293D64-8A54-7520-F2BA-BB82A247EF7D}"/>
                </a:ext>
              </a:extLst>
            </p:cNvPr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10" name="Google Shape;242;p6">
              <a:extLst>
                <a:ext uri="{FF2B5EF4-FFF2-40B4-BE49-F238E27FC236}">
                  <a16:creationId xmlns:a16="http://schemas.microsoft.com/office/drawing/2014/main" id="{83668719-563B-B267-7BCD-1B864C289EB7}"/>
                </a:ext>
              </a:extLst>
            </p:cNvPr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11" name="Google Shape;243;p6">
              <a:extLst>
                <a:ext uri="{FF2B5EF4-FFF2-40B4-BE49-F238E27FC236}">
                  <a16:creationId xmlns:a16="http://schemas.microsoft.com/office/drawing/2014/main" id="{6A0F64CD-B350-2B00-E9C4-8E0AF14698AD}"/>
                </a:ext>
              </a:extLst>
            </p:cNvPr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</p:grpSp>
    </p:spTree>
    <p:extLst>
      <p:ext uri="{BB962C8B-B14F-4D97-AF65-F5344CB8AC3E}">
        <p14:creationId xmlns:p14="http://schemas.microsoft.com/office/powerpoint/2010/main" val="1803617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(White)">
  <p:cSld name="Divider (White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/>
          <p:nvPr/>
        </p:nvSpPr>
        <p:spPr>
          <a:xfrm>
            <a:off x="1391227" y="6509194"/>
            <a:ext cx="28575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PT Kereta Api Indonesia (Persero)</a:t>
            </a:r>
            <a:endParaRPr sz="1867"/>
          </a:p>
        </p:txBody>
      </p:sp>
      <p:sp>
        <p:nvSpPr>
          <p:cNvPr id="33" name="Google Shape;33;p25"/>
          <p:cNvSpPr txBox="1">
            <a:spLocks noGrp="1"/>
          </p:cNvSpPr>
          <p:nvPr>
            <p:ph type="sldNum" idx="12"/>
          </p:nvPr>
        </p:nvSpPr>
        <p:spPr>
          <a:xfrm>
            <a:off x="850901" y="6436785"/>
            <a:ext cx="791633" cy="30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4" name="Google Shape;3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3915" y="726140"/>
            <a:ext cx="1096147" cy="461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528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01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85" r:id="rId2"/>
    <p:sldLayoutId id="2147483699" r:id="rId3"/>
    <p:sldLayoutId id="2147483689" r:id="rId4"/>
    <p:sldLayoutId id="2147483700" r:id="rId5"/>
    <p:sldLayoutId id="214748370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"/>
          <p:cNvPicPr preferRelativeResize="0"/>
          <p:nvPr/>
        </p:nvPicPr>
        <p:blipFill rotWithShape="1">
          <a:blip r:embed="rId3">
            <a:alphaModFix/>
          </a:blip>
          <a:srcRect l="4220" t="225" r="40030" b="5540"/>
          <a:stretch/>
        </p:blipFill>
        <p:spPr>
          <a:xfrm>
            <a:off x="6126144" y="16329"/>
            <a:ext cx="6071173" cy="6841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3482135" y="1859492"/>
            <a:ext cx="6865038" cy="45499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"/>
          <p:cNvSpPr/>
          <p:nvPr/>
        </p:nvSpPr>
        <p:spPr>
          <a:xfrm>
            <a:off x="626988" y="505949"/>
            <a:ext cx="1626027" cy="428101"/>
          </a:xfrm>
          <a:custGeom>
            <a:avLst/>
            <a:gdLst/>
            <a:ahLst/>
            <a:cxnLst/>
            <a:rect l="l" t="t" r="r" b="b"/>
            <a:pathLst>
              <a:path w="3252054" h="856202" extrusionOk="0">
                <a:moveTo>
                  <a:pt x="0" y="0"/>
                </a:moveTo>
                <a:lnTo>
                  <a:pt x="3252054" y="0"/>
                </a:lnTo>
                <a:lnTo>
                  <a:pt x="3252054" y="856202"/>
                </a:lnTo>
                <a:lnTo>
                  <a:pt x="0" y="856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1" name="Google Shape;141;p1"/>
          <p:cNvGrpSpPr/>
          <p:nvPr/>
        </p:nvGrpSpPr>
        <p:grpSpPr>
          <a:xfrm>
            <a:off x="10614139" y="551281"/>
            <a:ext cx="955667" cy="402844"/>
            <a:chOff x="63517" y="63500"/>
            <a:chExt cx="1911333" cy="805688"/>
          </a:xfrm>
        </p:grpSpPr>
        <p:sp>
          <p:nvSpPr>
            <p:cNvPr id="142" name="Google Shape;142;p1"/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</p:grpSp>
      <p:sp>
        <p:nvSpPr>
          <p:cNvPr id="145" name="Google Shape;145;p1"/>
          <p:cNvSpPr txBox="1"/>
          <p:nvPr/>
        </p:nvSpPr>
        <p:spPr>
          <a:xfrm>
            <a:off x="0" y="1476074"/>
            <a:ext cx="6071174" cy="1778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1404"/>
              </a:lnSpc>
            </a:pPr>
            <a:r>
              <a:rPr lang="en-US" sz="3600" b="1"/>
              <a:t>Laporan Safety Talk </a:t>
            </a:r>
            <a:endParaRPr lang="en-US" sz="3600" b="1" dirty="0"/>
          </a:p>
          <a:p>
            <a:pPr algn="ctr"/>
            <a:r>
              <a:rPr lang="en-ID" sz="3600"/>
              <a:t>{{UPT}}</a:t>
            </a:r>
          </a:p>
          <a:p>
            <a:pPr algn="ctr"/>
            <a:r>
              <a:rPr lang="en-ID" sz="3600"/>
              <a:t>{{DAOP}}</a:t>
            </a:r>
            <a:endParaRPr sz="3600" dirty="0"/>
          </a:p>
        </p:txBody>
      </p:sp>
      <p:sp>
        <p:nvSpPr>
          <p:cNvPr id="146" name="Google Shape;146;p1"/>
          <p:cNvSpPr txBox="1"/>
          <p:nvPr/>
        </p:nvSpPr>
        <p:spPr>
          <a:xfrm>
            <a:off x="142423" y="6461938"/>
            <a:ext cx="3754022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50" b="1" dirty="0"/>
              <a:t>PT. </a:t>
            </a:r>
            <a:r>
              <a:rPr lang="en-US" sz="1650" b="1" dirty="0" err="1"/>
              <a:t>Kereta</a:t>
            </a:r>
            <a:r>
              <a:rPr lang="en-US" sz="1650" b="1" dirty="0"/>
              <a:t> </a:t>
            </a:r>
            <a:r>
              <a:rPr lang="en-US" sz="1650" b="1" dirty="0" err="1"/>
              <a:t>Api</a:t>
            </a:r>
            <a:r>
              <a:rPr lang="en-US" sz="1650" b="1" dirty="0"/>
              <a:t> Indonesia (Persero)</a:t>
            </a:r>
            <a:endParaRPr sz="700" b="1" dirty="0"/>
          </a:p>
        </p:txBody>
      </p:sp>
      <p:sp>
        <p:nvSpPr>
          <p:cNvPr id="147" name="Google Shape;147;p1"/>
          <p:cNvSpPr txBox="1"/>
          <p:nvPr/>
        </p:nvSpPr>
        <p:spPr>
          <a:xfrm>
            <a:off x="0" y="5500243"/>
            <a:ext cx="52412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200" b="1" err="1"/>
              <a:t>Periode</a:t>
            </a:r>
            <a:r>
              <a:rPr lang="en-US" sz="2200"/>
              <a:t> </a:t>
            </a:r>
            <a:r>
              <a:rPr lang="en-ID" sz="2400"/>
              <a:t>{{BULAN_TAHUN}}</a:t>
            </a:r>
            <a:endParaRPr sz="700" dirty="0"/>
          </a:p>
        </p:txBody>
      </p:sp>
      <p:pic>
        <p:nvPicPr>
          <p:cNvPr id="148" name="Google Shape;148;p1"/>
          <p:cNvPicPr preferRelativeResize="0"/>
          <p:nvPr/>
        </p:nvPicPr>
        <p:blipFill rotWithShape="1">
          <a:blip r:embed="rId6">
            <a:alphaModFix/>
          </a:blip>
          <a:srcRect t="33333" b="35719"/>
          <a:stretch/>
        </p:blipFill>
        <p:spPr>
          <a:xfrm>
            <a:off x="7180775" y="485125"/>
            <a:ext cx="1517937" cy="4697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9131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4D00A9-5B8C-5AFE-6144-9C76EF69F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11" name="Google Shape;211;p3"/>
          <p:cNvSpPr txBox="1"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fld id="{00000000-1234-1234-1234-123412341234}" type="slidenum">
              <a:rPr lang="en-US"/>
              <a:pPr/>
              <a:t>2</a:t>
            </a:fld>
            <a:endParaRPr/>
          </a:p>
        </p:txBody>
      </p:sp>
      <p:sp>
        <p:nvSpPr>
          <p:cNvPr id="212" name="Google Shape;212;p3"/>
          <p:cNvSpPr txBox="1"/>
          <p:nvPr/>
        </p:nvSpPr>
        <p:spPr>
          <a:xfrm>
            <a:off x="2365189" y="2195717"/>
            <a:ext cx="7679141" cy="123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5333" b="1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Pembahasan</a:t>
            </a:r>
            <a:r>
              <a:rPr lang="en-US" sz="5333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IBPR dan Safety Talk</a:t>
            </a:r>
            <a:endParaRPr sz="5333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 txBox="1"/>
          <p:nvPr/>
        </p:nvSpPr>
        <p:spPr>
          <a:xfrm>
            <a:off x="1517247" y="1600203"/>
            <a:ext cx="2069188" cy="339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8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67;p7">
            <a:extLst>
              <a:ext uri="{FF2B5EF4-FFF2-40B4-BE49-F238E27FC236}">
                <a16:creationId xmlns:a16="http://schemas.microsoft.com/office/drawing/2014/main" id="{4F6DD5B8-C0C2-4BBB-845D-8EB85AEC93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44078" y="528418"/>
            <a:ext cx="938322" cy="437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132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9;p6">
            <a:extLst>
              <a:ext uri="{FF2B5EF4-FFF2-40B4-BE49-F238E27FC236}">
                <a16:creationId xmlns:a16="http://schemas.microsoft.com/office/drawing/2014/main" id="{B09723BD-1C0C-AEE1-6BC8-89459D1B7937}"/>
              </a:ext>
            </a:extLst>
          </p:cNvPr>
          <p:cNvSpPr txBox="1"/>
          <p:nvPr/>
        </p:nvSpPr>
        <p:spPr>
          <a:xfrm>
            <a:off x="609600" y="1041206"/>
            <a:ext cx="6872064" cy="59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8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Hari, Tanggal</a:t>
            </a:r>
            <a:endParaRPr sz="385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65E75-DB3E-D1AD-AF4F-2DDC6089F1B0}"/>
              </a:ext>
            </a:extLst>
          </p:cNvPr>
          <p:cNvSpPr txBox="1"/>
          <p:nvPr/>
        </p:nvSpPr>
        <p:spPr>
          <a:xfrm>
            <a:off x="449348" y="2256639"/>
            <a:ext cx="28919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Peserta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Fax" panose="020606020505050202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Fax" panose="020606020505050202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Fax" panose="02060602050505020204" pitchFamily="18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54D37-9F30-5F65-C356-73F24BE6CFA0}"/>
              </a:ext>
            </a:extLst>
          </p:cNvPr>
          <p:cNvSpPr txBox="1"/>
          <p:nvPr/>
        </p:nvSpPr>
        <p:spPr>
          <a:xfrm>
            <a:off x="318016" y="3903956"/>
            <a:ext cx="730744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Uraian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Materi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1.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Potensi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Bahaya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2. Cara </a:t>
            </a:r>
            <a:r>
              <a:rPr lang="en-US" sz="1400" b="1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Pengendalian</a:t>
            </a:r>
            <a:r>
              <a:rPr lang="en-US" sz="1400" b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1400" b="1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50" indent="-171450">
              <a:buFontTx/>
              <a:buChar char="-"/>
              <a:defRPr/>
            </a:pPr>
            <a:endParaRPr lang="en-US" sz="1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Fax" panose="020606020505050202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958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4D00A9-5B8C-5AFE-6144-9C76EF69F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11" name="Google Shape;211;p3"/>
          <p:cNvSpPr txBox="1">
            <a:spLocks noGrp="1"/>
          </p:cNvSpPr>
          <p:nvPr>
            <p:ph type="sldNum" idx="12"/>
          </p:nvPr>
        </p:nvSpPr>
        <p:spPr>
          <a:xfrm>
            <a:off x="850901" y="6436785"/>
            <a:ext cx="791633" cy="30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fld id="{00000000-1234-1234-1234-123412341234}" type="slidenum">
              <a:rPr lang="en-US"/>
              <a:pPr/>
              <a:t>4</a:t>
            </a:fld>
            <a:endParaRPr/>
          </a:p>
        </p:txBody>
      </p:sp>
      <p:pic>
        <p:nvPicPr>
          <p:cNvPr id="8" name="Google Shape;267;p7">
            <a:extLst>
              <a:ext uri="{FF2B5EF4-FFF2-40B4-BE49-F238E27FC236}">
                <a16:creationId xmlns:a16="http://schemas.microsoft.com/office/drawing/2014/main" id="{4F6DD5B8-C0C2-4BBB-845D-8EB85AEC93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44078" y="528418"/>
            <a:ext cx="938322" cy="4377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2;p3">
            <a:extLst>
              <a:ext uri="{FF2B5EF4-FFF2-40B4-BE49-F238E27FC236}">
                <a16:creationId xmlns:a16="http://schemas.microsoft.com/office/drawing/2014/main" id="{E7E7AE67-AE14-E211-1E36-037F387095F5}"/>
              </a:ext>
            </a:extLst>
          </p:cNvPr>
          <p:cNvSpPr txBox="1"/>
          <p:nvPr/>
        </p:nvSpPr>
        <p:spPr>
          <a:xfrm>
            <a:off x="3020519" y="2182929"/>
            <a:ext cx="7659162" cy="1407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5333" b="1" dirty="0" err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Laporan</a:t>
            </a:r>
            <a:r>
              <a:rPr lang="en-US" sz="5333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333" b="1" dirty="0" err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Pengawasan</a:t>
            </a:r>
            <a:r>
              <a:rPr lang="en-US" sz="5333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CCTV</a:t>
            </a:r>
            <a:endParaRPr sz="5333" b="1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13;p3">
            <a:extLst>
              <a:ext uri="{FF2B5EF4-FFF2-40B4-BE49-F238E27FC236}">
                <a16:creationId xmlns:a16="http://schemas.microsoft.com/office/drawing/2014/main" id="{4E44D10C-2894-8C1F-F37C-1A2F4C4939A6}"/>
              </a:ext>
            </a:extLst>
          </p:cNvPr>
          <p:cNvSpPr txBox="1"/>
          <p:nvPr/>
        </p:nvSpPr>
        <p:spPr>
          <a:xfrm>
            <a:off x="2177755" y="1654374"/>
            <a:ext cx="3347033" cy="3697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800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800" b="1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244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 txBox="1"/>
          <p:nvPr/>
        </p:nvSpPr>
        <p:spPr>
          <a:xfrm>
            <a:off x="1794110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27" name="Google Shape;227;p6"/>
          <p:cNvSpPr txBox="1"/>
          <p:nvPr/>
        </p:nvSpPr>
        <p:spPr>
          <a:xfrm>
            <a:off x="5468078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29" name="Google Shape;229;p6"/>
          <p:cNvSpPr txBox="1"/>
          <p:nvPr/>
        </p:nvSpPr>
        <p:spPr>
          <a:xfrm>
            <a:off x="9222395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1" name="Google Shape;231;p6"/>
          <p:cNvSpPr txBox="1"/>
          <p:nvPr/>
        </p:nvSpPr>
        <p:spPr>
          <a:xfrm>
            <a:off x="2969752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2" name="Google Shape;232;p6"/>
          <p:cNvSpPr txBox="1"/>
          <p:nvPr/>
        </p:nvSpPr>
        <p:spPr>
          <a:xfrm>
            <a:off x="6700866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3" name="Google Shape;233;p6"/>
          <p:cNvSpPr txBox="1"/>
          <p:nvPr/>
        </p:nvSpPr>
        <p:spPr>
          <a:xfrm>
            <a:off x="10455183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grpSp>
        <p:nvGrpSpPr>
          <p:cNvPr id="240" name="Google Shape;240;p6"/>
          <p:cNvGrpSpPr/>
          <p:nvPr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241" name="Google Shape;241;p6"/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</p:grp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F4B459D-9F57-F1B4-48DF-7ECF7A2E8285}"/>
              </a:ext>
            </a:extLst>
          </p:cNvPr>
          <p:cNvGraphicFramePr>
            <a:graphicFrameLocks noGrp="1"/>
          </p:cNvGraphicFramePr>
          <p:nvPr/>
        </p:nvGraphicFramePr>
        <p:xfrm>
          <a:off x="201589" y="961367"/>
          <a:ext cx="11368217" cy="574565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9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32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31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6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41265">
                  <a:extLst>
                    <a:ext uri="{9D8B030D-6E8A-4147-A177-3AD203B41FA5}">
                      <a16:colId xmlns:a16="http://schemas.microsoft.com/office/drawing/2014/main" val="2930421849"/>
                    </a:ext>
                  </a:extLst>
                </a:gridCol>
              </a:tblGrid>
              <a:tr h="99365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Lucida Fax" panose="02060602050505020204" pitchFamily="18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Lucida Fax" panose="02060602050505020204" pitchFamily="18" charset="0"/>
                        </a:rPr>
                        <a:t>Hari / </a:t>
                      </a:r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Tanggal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  <a:p>
                      <a:pPr algn="ctr"/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Pengawasan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Obyek</a:t>
                      </a:r>
                      <a:r>
                        <a:rPr lang="en-US" sz="1400" dirty="0">
                          <a:latin typeface="Lucida Fax" panose="020606020505050202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Pengawasan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Pengawasan</a:t>
                      </a:r>
                      <a:r>
                        <a:rPr lang="en-US" sz="1400" dirty="0">
                          <a:latin typeface="Lucida Fax" panose="020606020505050202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kepada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latin typeface="Lucida Fax" panose="02060602050505020204" pitchFamily="18" charset="0"/>
                        </a:rPr>
                        <a:t>(Nama / </a:t>
                      </a:r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Nipp</a:t>
                      </a:r>
                      <a:r>
                        <a:rPr lang="en-US" sz="1400" dirty="0">
                          <a:latin typeface="Lucida Fax" panose="020606020505050202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Lucida Fax" panose="02060602050505020204" pitchFamily="18" charset="0"/>
                        </a:rPr>
                        <a:t>Hasil </a:t>
                      </a:r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Pengawasan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Tindak</a:t>
                      </a:r>
                      <a:r>
                        <a:rPr lang="en-US" sz="1400" baseline="0" dirty="0">
                          <a:latin typeface="Lucida Fax" panose="02060602050505020204" pitchFamily="18" charset="0"/>
                        </a:rPr>
                        <a:t> </a:t>
                      </a:r>
                      <a:r>
                        <a:rPr lang="en-US" sz="1400" baseline="0" dirty="0" err="1">
                          <a:latin typeface="Lucida Fax" panose="02060602050505020204" pitchFamily="18" charset="0"/>
                        </a:rPr>
                        <a:t>lanjut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Lucida Fax" panose="02060602050505020204" pitchFamily="18" charset="0"/>
                        </a:rPr>
                        <a:t>Dokumentasi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  <a:endParaRPr lang="en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{{1.Hari_Tanggal}}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/>
                        <a:t>Ruang PPKA</a:t>
                      </a:r>
                      <a:endParaRPr lang="en-ID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{{1.Nama/_Nipp}}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{{1.Hasil_Pengawasan}}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{{1.TL}}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</a:t>
                      </a:r>
                      <a:endParaRPr lang="en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{{2.Hari_Tanggal}}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/>
                        <a:t>Ruang PPKA</a:t>
                      </a:r>
                      <a:endParaRPr lang="en-ID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{{2.Nama/_Nipp}}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{{2.Hasil_Pengawasan}}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{{2.TL}}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</a:t>
                      </a:r>
                      <a:endParaRPr lang="en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{{3.Hari_Tanggal}}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/>
                        <a:t>Ruang PPKA</a:t>
                      </a:r>
                      <a:endParaRPr lang="en-ID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{{3.Nama/_Nipp}}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{{3.Hasil_Pengawasan}}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{{3.TL}}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8724705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  <a:endParaRPr lang="en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{{4.Hari_Tanggal}}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/>
                        <a:t>Ruang PPKA</a:t>
                      </a:r>
                      <a:endParaRPr lang="en-ID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{{4.Nama/_Nipp}}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{{4.Hasil_Pengawasan}}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/>
                        <a:t>{{4.TL}}</a:t>
                      </a:r>
                      <a:endParaRPr lang="en-US" sz="14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Lucida Fax" panose="02060602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68089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8761FE7-5A81-7BD7-EC34-7BF75EBD9959}"/>
              </a:ext>
            </a:extLst>
          </p:cNvPr>
          <p:cNvSpPr/>
          <p:nvPr/>
        </p:nvSpPr>
        <p:spPr>
          <a:xfrm>
            <a:off x="8969188" y="1976718"/>
            <a:ext cx="2565850" cy="111610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/>
              <a:t>{{Foto_CCTV.1}}</a:t>
            </a:r>
          </a:p>
        </p:txBody>
      </p:sp>
      <p:sp>
        <p:nvSpPr>
          <p:cNvPr id="7" name="Google Shape;212;p3">
            <a:extLst>
              <a:ext uri="{FF2B5EF4-FFF2-40B4-BE49-F238E27FC236}">
                <a16:creationId xmlns:a16="http://schemas.microsoft.com/office/drawing/2014/main" id="{38A6FB0F-CB1E-D024-9217-7C7CD5C8D548}"/>
              </a:ext>
            </a:extLst>
          </p:cNvPr>
          <p:cNvSpPr txBox="1"/>
          <p:nvPr/>
        </p:nvSpPr>
        <p:spPr>
          <a:xfrm>
            <a:off x="0" y="0"/>
            <a:ext cx="6923314" cy="1407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dirty="0" err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Laporan</a:t>
            </a:r>
            <a:r>
              <a:rPr lang="en-US" sz="4400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400" b="1" dirty="0" err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Pengawasan</a:t>
            </a:r>
            <a:r>
              <a:rPr lang="en-US" sz="4400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CCTV</a:t>
            </a:r>
            <a:endParaRPr sz="4400" b="1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5CD38-EC06-2029-C7EC-47506E8A4791}"/>
              </a:ext>
            </a:extLst>
          </p:cNvPr>
          <p:cNvSpPr/>
          <p:nvPr/>
        </p:nvSpPr>
        <p:spPr>
          <a:xfrm>
            <a:off x="8964782" y="3128439"/>
            <a:ext cx="2565850" cy="111610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/>
              <a:t>{{Foto_CCTV.2}}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40F160-B50A-3E3C-D3F7-47086E834C03}"/>
              </a:ext>
            </a:extLst>
          </p:cNvPr>
          <p:cNvSpPr/>
          <p:nvPr/>
        </p:nvSpPr>
        <p:spPr>
          <a:xfrm>
            <a:off x="8960376" y="4280160"/>
            <a:ext cx="2565850" cy="111610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/>
              <a:t>{{Foto_CCTV.3}}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616893-C86F-0087-AEA8-48DED34DC794}"/>
              </a:ext>
            </a:extLst>
          </p:cNvPr>
          <p:cNvSpPr/>
          <p:nvPr/>
        </p:nvSpPr>
        <p:spPr>
          <a:xfrm>
            <a:off x="8955970" y="5431881"/>
            <a:ext cx="2565850" cy="111610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/>
              <a:t>{{Foto_CCTV.4}}</a:t>
            </a:r>
          </a:p>
        </p:txBody>
      </p:sp>
    </p:spTree>
    <p:extLst>
      <p:ext uri="{BB962C8B-B14F-4D97-AF65-F5344CB8AC3E}">
        <p14:creationId xmlns:p14="http://schemas.microsoft.com/office/powerpoint/2010/main" val="255512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 txBox="1"/>
          <p:nvPr/>
        </p:nvSpPr>
        <p:spPr>
          <a:xfrm>
            <a:off x="1794110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27" name="Google Shape;227;p6"/>
          <p:cNvSpPr txBox="1"/>
          <p:nvPr/>
        </p:nvSpPr>
        <p:spPr>
          <a:xfrm>
            <a:off x="5468078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29" name="Google Shape;229;p6"/>
          <p:cNvSpPr txBox="1"/>
          <p:nvPr/>
        </p:nvSpPr>
        <p:spPr>
          <a:xfrm>
            <a:off x="9222395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1" name="Google Shape;231;p6"/>
          <p:cNvSpPr txBox="1"/>
          <p:nvPr/>
        </p:nvSpPr>
        <p:spPr>
          <a:xfrm>
            <a:off x="2969752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2" name="Google Shape;232;p6"/>
          <p:cNvSpPr txBox="1"/>
          <p:nvPr/>
        </p:nvSpPr>
        <p:spPr>
          <a:xfrm>
            <a:off x="6700866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3" name="Google Shape;233;p6"/>
          <p:cNvSpPr txBox="1"/>
          <p:nvPr/>
        </p:nvSpPr>
        <p:spPr>
          <a:xfrm>
            <a:off x="10455183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grpSp>
        <p:nvGrpSpPr>
          <p:cNvPr id="240" name="Google Shape;240;p6"/>
          <p:cNvGrpSpPr/>
          <p:nvPr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241" name="Google Shape;241;p6"/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97C064A-D25E-9F82-9B40-F22E29FD7600}"/>
              </a:ext>
            </a:extLst>
          </p:cNvPr>
          <p:cNvSpPr/>
          <p:nvPr/>
        </p:nvSpPr>
        <p:spPr>
          <a:xfrm>
            <a:off x="99629" y="96741"/>
            <a:ext cx="7644160" cy="830997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anose="02060602050505020204" pitchFamily="18" charset="0"/>
                <a:ea typeface="+mn-ea"/>
                <a:cs typeface="+mn-cs"/>
              </a:rPr>
              <a:t>HASIL EVALUASI PENGAWASAN KS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Fax" panose="02060602050505020204" pitchFamily="18" charset="0"/>
                <a:ea typeface="+mn-ea"/>
                <a:cs typeface="+mn-cs"/>
              </a:rPr>
              <a:t>(MELALUI CCTV)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49A61A-B2D3-84FC-630A-4FE46E0B5EEE}"/>
              </a:ext>
            </a:extLst>
          </p:cNvPr>
          <p:cNvSpPr txBox="1"/>
          <p:nvPr/>
        </p:nvSpPr>
        <p:spPr>
          <a:xfrm>
            <a:off x="375113" y="1573583"/>
            <a:ext cx="111946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ctr"/>
            <a:r>
              <a:rPr lang="en-ID" b="1"/>
              <a:t>{{Hasil_Evaluasi}}</a:t>
            </a:r>
          </a:p>
          <a:p>
            <a:pPr fontAlgn="ctr"/>
            <a:endParaRPr lang="en-ID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PPKA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Tertib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dalam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Melakukan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Tunjuk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dan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Sebut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Baik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Tunjuk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dan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Sebut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Jalur dan Wesel (JA-SEL)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ataupun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tunjuk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dan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sebut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plat Alamat pada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saat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melakukan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pelayanan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>
                <a:latin typeface="Cambria" panose="02040503050406030204" pitchFamily="18" charset="0"/>
                <a:ea typeface="Cambria" panose="02040503050406030204" pitchFamily="18" charset="0"/>
              </a:rPr>
              <a:t>KA Datang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 dan Berangkat.</a:t>
            </a:r>
            <a:endParaRPr lang="en-US" sz="1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50" indent="-171450">
              <a:buFontTx/>
              <a:buChar char="-"/>
              <a:defRPr/>
            </a:pPr>
            <a:endParaRPr lang="en-US" sz="1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Fax" panose="02060602050505020204" pitchFamily="18" charset="0"/>
                <a:ea typeface="+mn-ea"/>
                <a:cs typeface="+mn-cs"/>
              </a:rPr>
              <a:t>Dokumentasi Evaluasi</a:t>
            </a:r>
            <a:endParaRPr kumimoji="0" lang="en-US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Fax" panose="02060602050505020204" pitchFamily="18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9D8CB5-8EDC-E95E-C698-7BB67880AFBE}"/>
              </a:ext>
            </a:extLst>
          </p:cNvPr>
          <p:cNvSpPr/>
          <p:nvPr/>
        </p:nvSpPr>
        <p:spPr>
          <a:xfrm>
            <a:off x="3395911" y="3302778"/>
            <a:ext cx="3718803" cy="2985372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{{Foto_evaluasi.1}}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57AAA3-79B4-A982-94FD-535CE41F76E3}"/>
              </a:ext>
            </a:extLst>
          </p:cNvPr>
          <p:cNvSpPr/>
          <p:nvPr/>
        </p:nvSpPr>
        <p:spPr>
          <a:xfrm>
            <a:off x="7565777" y="3247228"/>
            <a:ext cx="3823054" cy="304092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{{Foto_evaluasi.2}}</a:t>
            </a:r>
          </a:p>
        </p:txBody>
      </p:sp>
    </p:spTree>
    <p:extLst>
      <p:ext uri="{BB962C8B-B14F-4D97-AF65-F5344CB8AC3E}">
        <p14:creationId xmlns:p14="http://schemas.microsoft.com/office/powerpoint/2010/main" val="1799455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>
          <a:extLst>
            <a:ext uri="{FF2B5EF4-FFF2-40B4-BE49-F238E27FC236}">
              <a16:creationId xmlns:a16="http://schemas.microsoft.com/office/drawing/2014/main" id="{E1DECA16-BE59-8287-6E59-F3C355D47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9C7F8A-3AFF-F08C-872B-0B3F5592D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11" name="Google Shape;211;p3">
            <a:extLst>
              <a:ext uri="{FF2B5EF4-FFF2-40B4-BE49-F238E27FC236}">
                <a16:creationId xmlns:a16="http://schemas.microsoft.com/office/drawing/2014/main" id="{4618407F-B718-28AB-15DF-9DE8A69031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901" y="6436785"/>
            <a:ext cx="791633" cy="30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fld id="{00000000-1234-1234-1234-123412341234}" type="slidenum">
              <a:rPr lang="en-US"/>
              <a:pPr/>
              <a:t>7</a:t>
            </a:fld>
            <a:endParaRPr/>
          </a:p>
        </p:txBody>
      </p:sp>
      <p:pic>
        <p:nvPicPr>
          <p:cNvPr id="8" name="Google Shape;267;p7">
            <a:extLst>
              <a:ext uri="{FF2B5EF4-FFF2-40B4-BE49-F238E27FC236}">
                <a16:creationId xmlns:a16="http://schemas.microsoft.com/office/drawing/2014/main" id="{F7D34583-5787-2673-3871-BDBEA77D11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44078" y="528418"/>
            <a:ext cx="938322" cy="4377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2;p3">
            <a:extLst>
              <a:ext uri="{FF2B5EF4-FFF2-40B4-BE49-F238E27FC236}">
                <a16:creationId xmlns:a16="http://schemas.microsoft.com/office/drawing/2014/main" id="{34228CF2-C723-48E9-E4D2-44F53626A586}"/>
              </a:ext>
            </a:extLst>
          </p:cNvPr>
          <p:cNvSpPr txBox="1"/>
          <p:nvPr/>
        </p:nvSpPr>
        <p:spPr>
          <a:xfrm>
            <a:off x="3020519" y="2182929"/>
            <a:ext cx="7659162" cy="1407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5333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Pengawasan Langsir</a:t>
            </a:r>
            <a:endParaRPr sz="5333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13;p3">
            <a:extLst>
              <a:ext uri="{FF2B5EF4-FFF2-40B4-BE49-F238E27FC236}">
                <a16:creationId xmlns:a16="http://schemas.microsoft.com/office/drawing/2014/main" id="{A4416502-DB9F-CE69-12FB-7C9CCD36E7AC}"/>
              </a:ext>
            </a:extLst>
          </p:cNvPr>
          <p:cNvSpPr txBox="1"/>
          <p:nvPr/>
        </p:nvSpPr>
        <p:spPr>
          <a:xfrm>
            <a:off x="2177755" y="1654374"/>
            <a:ext cx="3347033" cy="3697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1195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AA2547BE-FF92-022E-B899-DB9165462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>
            <a:extLst>
              <a:ext uri="{FF2B5EF4-FFF2-40B4-BE49-F238E27FC236}">
                <a16:creationId xmlns:a16="http://schemas.microsoft.com/office/drawing/2014/main" id="{1F1DAF0C-91EC-ADCA-5732-6F3BEB37F683}"/>
              </a:ext>
            </a:extLst>
          </p:cNvPr>
          <p:cNvSpPr txBox="1"/>
          <p:nvPr/>
        </p:nvSpPr>
        <p:spPr>
          <a:xfrm>
            <a:off x="1794110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27" name="Google Shape;227;p6">
            <a:extLst>
              <a:ext uri="{FF2B5EF4-FFF2-40B4-BE49-F238E27FC236}">
                <a16:creationId xmlns:a16="http://schemas.microsoft.com/office/drawing/2014/main" id="{A2F10395-AA14-930E-A3F1-B76452CB48D2}"/>
              </a:ext>
            </a:extLst>
          </p:cNvPr>
          <p:cNvSpPr txBox="1"/>
          <p:nvPr/>
        </p:nvSpPr>
        <p:spPr>
          <a:xfrm>
            <a:off x="5468078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29" name="Google Shape;229;p6">
            <a:extLst>
              <a:ext uri="{FF2B5EF4-FFF2-40B4-BE49-F238E27FC236}">
                <a16:creationId xmlns:a16="http://schemas.microsoft.com/office/drawing/2014/main" id="{3D90D037-9ADF-8133-626B-170D10554884}"/>
              </a:ext>
            </a:extLst>
          </p:cNvPr>
          <p:cNvSpPr txBox="1"/>
          <p:nvPr/>
        </p:nvSpPr>
        <p:spPr>
          <a:xfrm>
            <a:off x="9222395" y="4046658"/>
            <a:ext cx="58755" cy="72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6"/>
              </a:lnSpc>
            </a:pPr>
            <a:r>
              <a:rPr lang="en-US" sz="1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1" name="Google Shape;231;p6">
            <a:extLst>
              <a:ext uri="{FF2B5EF4-FFF2-40B4-BE49-F238E27FC236}">
                <a16:creationId xmlns:a16="http://schemas.microsoft.com/office/drawing/2014/main" id="{E8C1CA34-BD04-EBFC-BF0B-B81E3D8CC9B0}"/>
              </a:ext>
            </a:extLst>
          </p:cNvPr>
          <p:cNvSpPr txBox="1"/>
          <p:nvPr/>
        </p:nvSpPr>
        <p:spPr>
          <a:xfrm>
            <a:off x="2969752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2" name="Google Shape;232;p6">
            <a:extLst>
              <a:ext uri="{FF2B5EF4-FFF2-40B4-BE49-F238E27FC236}">
                <a16:creationId xmlns:a16="http://schemas.microsoft.com/office/drawing/2014/main" id="{02ABA7D3-4543-C089-BBFF-C20A9AA12AF3}"/>
              </a:ext>
            </a:extLst>
          </p:cNvPr>
          <p:cNvSpPr txBox="1"/>
          <p:nvPr/>
        </p:nvSpPr>
        <p:spPr>
          <a:xfrm>
            <a:off x="6700866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sp>
        <p:nvSpPr>
          <p:cNvPr id="233" name="Google Shape;233;p6">
            <a:extLst>
              <a:ext uri="{FF2B5EF4-FFF2-40B4-BE49-F238E27FC236}">
                <a16:creationId xmlns:a16="http://schemas.microsoft.com/office/drawing/2014/main" id="{0D154F20-9D1A-B71A-FE41-9DA54303454D}"/>
              </a:ext>
            </a:extLst>
          </p:cNvPr>
          <p:cNvSpPr txBox="1"/>
          <p:nvPr/>
        </p:nvSpPr>
        <p:spPr>
          <a:xfrm>
            <a:off x="10455183" y="4819412"/>
            <a:ext cx="40686" cy="4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20"/>
              </a:lnSpc>
            </a:pPr>
            <a:r>
              <a:rPr lang="en-US" sz="1213">
                <a:solidFill>
                  <a:srgbClr val="6562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00"/>
          </a:p>
        </p:txBody>
      </p:sp>
      <p:grpSp>
        <p:nvGrpSpPr>
          <p:cNvPr id="240" name="Google Shape;240;p6">
            <a:extLst>
              <a:ext uri="{FF2B5EF4-FFF2-40B4-BE49-F238E27FC236}">
                <a16:creationId xmlns:a16="http://schemas.microsoft.com/office/drawing/2014/main" id="{4EEFC625-D7FE-D1AB-0091-07028D117775}"/>
              </a:ext>
            </a:extLst>
          </p:cNvPr>
          <p:cNvGrpSpPr/>
          <p:nvPr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241" name="Google Shape;241;p6">
              <a:extLst>
                <a:ext uri="{FF2B5EF4-FFF2-40B4-BE49-F238E27FC236}">
                  <a16:creationId xmlns:a16="http://schemas.microsoft.com/office/drawing/2014/main" id="{263ABC95-80E4-97F9-4A04-1325EF6D248F}"/>
                </a:ext>
              </a:extLst>
            </p:cNvPr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242" name="Google Shape;242;p6">
              <a:extLst>
                <a:ext uri="{FF2B5EF4-FFF2-40B4-BE49-F238E27FC236}">
                  <a16:creationId xmlns:a16="http://schemas.microsoft.com/office/drawing/2014/main" id="{A390DA06-2290-9159-058B-6D6F5A111B2B}"/>
                </a:ext>
              </a:extLst>
            </p:cNvPr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  <p:sp>
          <p:nvSpPr>
            <p:cNvPr id="243" name="Google Shape;243;p6">
              <a:extLst>
                <a:ext uri="{FF2B5EF4-FFF2-40B4-BE49-F238E27FC236}">
                  <a16:creationId xmlns:a16="http://schemas.microsoft.com/office/drawing/2014/main" id="{1D87F6DD-B81D-6061-BBC5-21762A192820}"/>
                </a:ext>
              </a:extLst>
            </p:cNvPr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900"/>
            </a:p>
          </p:txBody>
        </p:sp>
      </p:grpSp>
      <p:sp>
        <p:nvSpPr>
          <p:cNvPr id="7" name="Google Shape;212;p3">
            <a:extLst>
              <a:ext uri="{FF2B5EF4-FFF2-40B4-BE49-F238E27FC236}">
                <a16:creationId xmlns:a16="http://schemas.microsoft.com/office/drawing/2014/main" id="{B7BDEB9E-E992-0EC6-8F21-E300CC196AFF}"/>
              </a:ext>
            </a:extLst>
          </p:cNvPr>
          <p:cNvSpPr txBox="1"/>
          <p:nvPr/>
        </p:nvSpPr>
        <p:spPr>
          <a:xfrm>
            <a:off x="0" y="0"/>
            <a:ext cx="4908684" cy="1407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Pengawasan Langsir</a:t>
            </a:r>
            <a:endParaRPr sz="44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D499D5-77F1-F43A-E57E-08FBD2BF78FA}"/>
              </a:ext>
            </a:extLst>
          </p:cNvPr>
          <p:cNvSpPr/>
          <p:nvPr/>
        </p:nvSpPr>
        <p:spPr>
          <a:xfrm>
            <a:off x="622194" y="1683657"/>
            <a:ext cx="3039199" cy="4666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b="1" u="sng"/>
              <a:t>{{Hari_Tanggal_Langsir_1}}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0A1C6D-C515-8BE8-98CF-DADEC56317AF}"/>
              </a:ext>
            </a:extLst>
          </p:cNvPr>
          <p:cNvSpPr/>
          <p:nvPr/>
        </p:nvSpPr>
        <p:spPr>
          <a:xfrm>
            <a:off x="4576400" y="1683657"/>
            <a:ext cx="3039199" cy="4666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b="1" u="sng"/>
              <a:t>{{Hari_Tanggal_Langsir_2}}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A6088-D238-9866-8965-57CA3D4B9C4B}"/>
              </a:ext>
            </a:extLst>
          </p:cNvPr>
          <p:cNvSpPr/>
          <p:nvPr/>
        </p:nvSpPr>
        <p:spPr>
          <a:xfrm>
            <a:off x="8530607" y="1714894"/>
            <a:ext cx="3039199" cy="4666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b="1" u="sng"/>
              <a:t>{{Hari_Tanggal_Langsir_3}}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58487C-9319-B1AB-C6EC-78EF7BD6610D}"/>
              </a:ext>
            </a:extLst>
          </p:cNvPr>
          <p:cNvSpPr/>
          <p:nvPr/>
        </p:nvSpPr>
        <p:spPr>
          <a:xfrm>
            <a:off x="282391" y="2542877"/>
            <a:ext cx="3718803" cy="352409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{{Foto_Langsir_1}}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FDF5CE-4CB6-CD4A-8E3A-4B693EE5A967}"/>
              </a:ext>
            </a:extLst>
          </p:cNvPr>
          <p:cNvSpPr/>
          <p:nvPr/>
        </p:nvSpPr>
        <p:spPr>
          <a:xfrm>
            <a:off x="4236597" y="2559478"/>
            <a:ext cx="3718803" cy="352409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{{Foto_Langsir_2}}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A77E22-68C3-319B-3D15-C25F0E0C9227}"/>
              </a:ext>
            </a:extLst>
          </p:cNvPr>
          <p:cNvSpPr/>
          <p:nvPr/>
        </p:nvSpPr>
        <p:spPr>
          <a:xfrm>
            <a:off x="8190803" y="2559477"/>
            <a:ext cx="3718803" cy="352409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en-ID"/>
              <a:t>{{Foto_Langsir_3}}</a:t>
            </a:r>
          </a:p>
        </p:txBody>
      </p:sp>
    </p:spTree>
    <p:extLst>
      <p:ext uri="{BB962C8B-B14F-4D97-AF65-F5344CB8AC3E}">
        <p14:creationId xmlns:p14="http://schemas.microsoft.com/office/powerpoint/2010/main" val="3311310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21"/>
          <p:cNvPicPr preferRelativeResize="0"/>
          <p:nvPr/>
        </p:nvPicPr>
        <p:blipFill rotWithShape="1">
          <a:blip r:embed="rId3">
            <a:alphaModFix/>
          </a:blip>
          <a:srcRect l="11297" t="753" r="28479" b="5013"/>
          <a:stretch/>
        </p:blipFill>
        <p:spPr>
          <a:xfrm>
            <a:off x="5638800" y="16329"/>
            <a:ext cx="6558518" cy="6841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246476" y="1134178"/>
            <a:ext cx="6897695" cy="454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7800" y="-1"/>
            <a:ext cx="6939516" cy="4549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2" name="Google Shape;642;p21"/>
          <p:cNvGrpSpPr/>
          <p:nvPr/>
        </p:nvGrpSpPr>
        <p:grpSpPr>
          <a:xfrm>
            <a:off x="10614139" y="524955"/>
            <a:ext cx="955667" cy="402847"/>
            <a:chOff x="63517" y="63500"/>
            <a:chExt cx="1911333" cy="805688"/>
          </a:xfrm>
        </p:grpSpPr>
        <p:sp>
          <p:nvSpPr>
            <p:cNvPr id="643" name="Google Shape;643;p21"/>
            <p:cNvSpPr/>
            <p:nvPr/>
          </p:nvSpPr>
          <p:spPr>
            <a:xfrm>
              <a:off x="63517" y="63500"/>
              <a:ext cx="934576" cy="805688"/>
            </a:xfrm>
            <a:custGeom>
              <a:avLst/>
              <a:gdLst/>
              <a:ahLst/>
              <a:cxnLst/>
              <a:rect l="l" t="t" r="r" b="b"/>
              <a:pathLst>
                <a:path w="934576" h="805688" extrusionOk="0">
                  <a:moveTo>
                    <a:pt x="753855" y="678942"/>
                  </a:moveTo>
                  <a:lnTo>
                    <a:pt x="561323" y="362585"/>
                  </a:lnTo>
                  <a:lnTo>
                    <a:pt x="934576" y="0"/>
                  </a:lnTo>
                  <a:lnTo>
                    <a:pt x="639682" y="0"/>
                  </a:lnTo>
                  <a:cubicBezTo>
                    <a:pt x="616568" y="0"/>
                    <a:pt x="594343" y="9017"/>
                    <a:pt x="577833" y="25146"/>
                  </a:cubicBezTo>
                  <a:lnTo>
                    <a:pt x="316467" y="280670"/>
                  </a:lnTo>
                  <a:lnTo>
                    <a:pt x="345804" y="0"/>
                  </a:lnTo>
                  <a:lnTo>
                    <a:pt x="79612" y="0"/>
                  </a:lnTo>
                  <a:lnTo>
                    <a:pt x="237" y="757555"/>
                  </a:lnTo>
                  <a:cubicBezTo>
                    <a:pt x="-2430" y="783209"/>
                    <a:pt x="17763" y="805688"/>
                    <a:pt x="43544" y="805688"/>
                  </a:cubicBezTo>
                  <a:lnTo>
                    <a:pt x="261476" y="805688"/>
                  </a:lnTo>
                  <a:lnTo>
                    <a:pt x="279383" y="635254"/>
                  </a:lnTo>
                  <a:lnTo>
                    <a:pt x="359647" y="557784"/>
                  </a:lnTo>
                  <a:lnTo>
                    <a:pt x="500871" y="781050"/>
                  </a:lnTo>
                  <a:cubicBezTo>
                    <a:pt x="510523" y="796290"/>
                    <a:pt x="527287" y="805561"/>
                    <a:pt x="545448" y="805561"/>
                  </a:cubicBezTo>
                  <a:lnTo>
                    <a:pt x="645905" y="805561"/>
                  </a:lnTo>
                  <a:lnTo>
                    <a:pt x="696578" y="704596"/>
                  </a:lnTo>
                  <a:close/>
                  <a:moveTo>
                    <a:pt x="645778" y="805561"/>
                  </a:moveTo>
                  <a:lnTo>
                    <a:pt x="830944" y="805561"/>
                  </a:lnTo>
                  <a:lnTo>
                    <a:pt x="788399" y="735711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644" name="Google Shape;644;p21"/>
            <p:cNvSpPr/>
            <p:nvPr/>
          </p:nvSpPr>
          <p:spPr>
            <a:xfrm>
              <a:off x="709295" y="63500"/>
              <a:ext cx="1249807" cy="805561"/>
            </a:xfrm>
            <a:custGeom>
              <a:avLst/>
              <a:gdLst/>
              <a:ahLst/>
              <a:cxnLst/>
              <a:rect l="l" t="t" r="r" b="b"/>
              <a:pathLst>
                <a:path w="1249807" h="805561" extrusionOk="0">
                  <a:moveTo>
                    <a:pt x="421640" y="481457"/>
                  </a:moveTo>
                  <a:lnTo>
                    <a:pt x="501904" y="311404"/>
                  </a:lnTo>
                  <a:lnTo>
                    <a:pt x="523113" y="264414"/>
                  </a:lnTo>
                  <a:cubicBezTo>
                    <a:pt x="528701" y="251841"/>
                    <a:pt x="546989" y="253619"/>
                    <a:pt x="550291" y="266954"/>
                  </a:cubicBezTo>
                  <a:lnTo>
                    <a:pt x="586994" y="415925"/>
                  </a:lnTo>
                  <a:close/>
                  <a:moveTo>
                    <a:pt x="809244" y="328041"/>
                  </a:moveTo>
                  <a:lnTo>
                    <a:pt x="711962" y="0"/>
                  </a:lnTo>
                  <a:lnTo>
                    <a:pt x="482346" y="0"/>
                  </a:lnTo>
                  <a:cubicBezTo>
                    <a:pt x="434467" y="0"/>
                    <a:pt x="390652" y="27051"/>
                    <a:pt x="369189" y="69850"/>
                  </a:cubicBezTo>
                  <a:lnTo>
                    <a:pt x="41656" y="722249"/>
                  </a:lnTo>
                  <a:lnTo>
                    <a:pt x="1247902" y="172085"/>
                  </a:lnTo>
                  <a:lnTo>
                    <a:pt x="1249807" y="153670"/>
                  </a:lnTo>
                  <a:close/>
                  <a:moveTo>
                    <a:pt x="268478" y="805561"/>
                  </a:moveTo>
                  <a:lnTo>
                    <a:pt x="629031" y="586232"/>
                  </a:lnTo>
                  <a:lnTo>
                    <a:pt x="675005" y="772414"/>
                  </a:lnTo>
                  <a:cubicBezTo>
                    <a:pt x="679831" y="791845"/>
                    <a:pt x="697230" y="805561"/>
                    <a:pt x="717296" y="805561"/>
                  </a:cubicBezTo>
                  <a:lnTo>
                    <a:pt x="950849" y="805561"/>
                  </a:lnTo>
                  <a:lnTo>
                    <a:pt x="846582" y="454025"/>
                  </a:lnTo>
                  <a:lnTo>
                    <a:pt x="1243711" y="212471"/>
                  </a:lnTo>
                  <a:lnTo>
                    <a:pt x="1245362" y="196215"/>
                  </a:lnTo>
                  <a:lnTo>
                    <a:pt x="0" y="805561"/>
                  </a:lnTo>
                  <a:close/>
                </a:path>
              </a:pathLst>
            </a:custGeom>
            <a:solidFill>
              <a:srgbClr val="E76A25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  <p:sp>
          <p:nvSpPr>
            <p:cNvPr id="645" name="Google Shape;645;p21"/>
            <p:cNvSpPr/>
            <p:nvPr/>
          </p:nvSpPr>
          <p:spPr>
            <a:xfrm>
              <a:off x="1612900" y="63500"/>
              <a:ext cx="361950" cy="805561"/>
            </a:xfrm>
            <a:custGeom>
              <a:avLst/>
              <a:gdLst/>
              <a:ahLst/>
              <a:cxnLst/>
              <a:rect l="l" t="t" r="r" b="b"/>
              <a:pathLst>
                <a:path w="361950" h="805561" extrusionOk="0">
                  <a:moveTo>
                    <a:pt x="0" y="805561"/>
                  </a:moveTo>
                  <a:lnTo>
                    <a:pt x="279019" y="805561"/>
                  </a:lnTo>
                  <a:lnTo>
                    <a:pt x="340106" y="212471"/>
                  </a:lnTo>
                  <a:lnTo>
                    <a:pt x="43307" y="392938"/>
                  </a:lnTo>
                  <a:close/>
                  <a:moveTo>
                    <a:pt x="198501" y="0"/>
                  </a:moveTo>
                  <a:cubicBezTo>
                    <a:pt x="133731" y="0"/>
                    <a:pt x="79375" y="48895"/>
                    <a:pt x="72644" y="113411"/>
                  </a:cubicBezTo>
                  <a:lnTo>
                    <a:pt x="56388" y="268351"/>
                  </a:lnTo>
                  <a:lnTo>
                    <a:pt x="346202" y="153543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52271"/>
            </a:solidFill>
            <a:ln>
              <a:noFill/>
            </a:ln>
          </p:spPr>
          <p:txBody>
            <a:bodyPr spcFirstLastPara="1" wrap="square" lIns="45713" tIns="45713" rIns="45713" bIns="45713" anchor="ctr" anchorCtr="0">
              <a:noAutofit/>
            </a:bodyPr>
            <a:lstStyle/>
            <a:p>
              <a:endParaRPr sz="700"/>
            </a:p>
          </p:txBody>
        </p:sp>
      </p:grpSp>
      <p:sp>
        <p:nvSpPr>
          <p:cNvPr id="646" name="Google Shape;646;p21"/>
          <p:cNvSpPr txBox="1"/>
          <p:nvPr/>
        </p:nvSpPr>
        <p:spPr>
          <a:xfrm>
            <a:off x="667908" y="2514600"/>
            <a:ext cx="3959167" cy="89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2"/>
              </a:lnSpc>
            </a:pPr>
            <a:r>
              <a:rPr lang="en-US" sz="4850" b="1" dirty="0" err="1"/>
              <a:t>Terima</a:t>
            </a:r>
            <a:r>
              <a:rPr lang="en-US" sz="4850" b="1" dirty="0"/>
              <a:t> Kasih</a:t>
            </a:r>
            <a:endParaRPr sz="700" dirty="0"/>
          </a:p>
        </p:txBody>
      </p:sp>
      <p:sp>
        <p:nvSpPr>
          <p:cNvPr id="647" name="Google Shape;647;p21"/>
          <p:cNvSpPr txBox="1"/>
          <p:nvPr/>
        </p:nvSpPr>
        <p:spPr>
          <a:xfrm>
            <a:off x="886375" y="4106066"/>
            <a:ext cx="3740700" cy="1044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4"/>
              </a:lnSpc>
            </a:pPr>
            <a:r>
              <a:rPr lang="en-US" sz="4850" b="1" i="1" dirty="0"/>
              <a:t>Thank You</a:t>
            </a:r>
            <a:endParaRPr sz="700" dirty="0"/>
          </a:p>
        </p:txBody>
      </p:sp>
      <p:pic>
        <p:nvPicPr>
          <p:cNvPr id="648" name="Google Shape;648;p21"/>
          <p:cNvPicPr preferRelativeResize="0"/>
          <p:nvPr/>
        </p:nvPicPr>
        <p:blipFill rotWithShape="1">
          <a:blip r:embed="rId5">
            <a:alphaModFix/>
          </a:blip>
          <a:srcRect t="33334" b="35718"/>
          <a:stretch/>
        </p:blipFill>
        <p:spPr>
          <a:xfrm>
            <a:off x="8431495" y="439232"/>
            <a:ext cx="1855506" cy="5742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24221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28777</TotalTime>
  <Words>361</Words>
  <Application>Microsoft Office PowerPoint</Application>
  <PresentationFormat>Widescreen</PresentationFormat>
  <Paragraphs>104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Bookman Old Style</vt:lpstr>
      <vt:lpstr>Calibri</vt:lpstr>
      <vt:lpstr>Cambria</vt:lpstr>
      <vt:lpstr>Lucida Fax</vt:lpstr>
      <vt:lpstr>Tahoma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angga febrian</cp:lastModifiedBy>
  <cp:revision>141</cp:revision>
  <dcterms:created xsi:type="dcterms:W3CDTF">2025-07-28T23:39:23Z</dcterms:created>
  <dcterms:modified xsi:type="dcterms:W3CDTF">2026-09-27T14:20:32Z</dcterms:modified>
</cp:coreProperties>
</file>