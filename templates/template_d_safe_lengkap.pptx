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147473979" r:id="rId3"/>
    <p:sldId id="2147473980" r:id="rId4"/>
    <p:sldId id="2147473981" r:id="rId5"/>
    <p:sldId id="2147474082" r:id="rId6"/>
    <p:sldId id="2147473982" r:id="rId7"/>
    <p:sldId id="2147472936" r:id="rId8"/>
    <p:sldId id="2147473983" r:id="rId9"/>
    <p:sldId id="2147473215" r:id="rId10"/>
    <p:sldId id="2147472972" r:id="rId11"/>
    <p:sldId id="2147473984" r:id="rId12"/>
    <p:sldId id="2147474081" r:id="rId13"/>
    <p:sldId id="2147474020" r:id="rId14"/>
    <p:sldId id="2147473948" r:id="rId15"/>
  </p:sldIdLst>
  <p:sldSz cx="12192000" cy="6858000"/>
  <p:notesSz cx="6858000" cy="91440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Lucida Bright" panose="02040602050505020304" pitchFamily="18" charset="0"/>
      <p:regular r:id="rId21"/>
      <p:bold r:id="rId22"/>
      <p:italic r:id="rId23"/>
      <p:boldItalic r:id="rId24"/>
    </p:embeddedFont>
    <p:embeddedFont>
      <p:font typeface="Lucida Fax" panose="02060602050505020204" pitchFamily="18" charset="0"/>
      <p:regular r:id="rId25"/>
      <p:bold r:id="rId26"/>
      <p:italic r:id="rId27"/>
      <p:boldItalic r:id="rId28"/>
    </p:embeddedFont>
    <p:embeddedFont>
      <p:font typeface="Tahoma" panose="020B0604030504040204" pitchFamily="34" charset="0"/>
      <p:regular r:id="rId29"/>
      <p:bold r:id="rId30"/>
    </p:embeddedFont>
    <p:embeddedFont>
      <p:font typeface="Times" panose="02020603050405020304" pitchFamily="18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fki" initials="R" lastIdx="2" clrIdx="0">
    <p:extLst>
      <p:ext uri="{19B8F6BF-5375-455C-9EA6-DF929625EA0E}">
        <p15:presenceInfo xmlns:p15="http://schemas.microsoft.com/office/powerpoint/2012/main" userId="dd3104958fac94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FFFF"/>
    <a:srgbClr val="E86A25"/>
    <a:srgbClr val="EA6B25"/>
    <a:srgbClr val="385723"/>
    <a:srgbClr val="548235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9530856-EFCB-4614-8631-2318AA3055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12" autoAdjust="0"/>
    <p:restoredTop sz="94930" autoAdjust="0"/>
  </p:normalViewPr>
  <p:slideViewPr>
    <p:cSldViewPr snapToGrid="0">
      <p:cViewPr>
        <p:scale>
          <a:sx n="75" d="100"/>
          <a:sy n="75" d="100"/>
        </p:scale>
        <p:origin x="810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12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6977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0531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223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A0E6B28E-8560-62EE-4213-1FFF826D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>
            <a:extLst>
              <a:ext uri="{FF2B5EF4-FFF2-40B4-BE49-F238E27FC236}">
                <a16:creationId xmlns:a16="http://schemas.microsoft.com/office/drawing/2014/main" id="{6D593C3A-A134-2838-C738-32E4BD749E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:notes">
            <a:extLst>
              <a:ext uri="{FF2B5EF4-FFF2-40B4-BE49-F238E27FC236}">
                <a16:creationId xmlns:a16="http://schemas.microsoft.com/office/drawing/2014/main" id="{CE0AFF4D-918D-8FF2-72EB-9F811213E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9534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1979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188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3261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8111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1693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148;p29"/>
          <p:cNvSpPr txBox="1">
            <a:spLocks noGrp="1"/>
          </p:cNvSpPr>
          <p:nvPr>
            <p:ph type="body" idx="1"/>
          </p:nvPr>
        </p:nvSpPr>
        <p:spPr>
          <a:xfrm>
            <a:off x="720000" y="1027729"/>
            <a:ext cx="5888400" cy="4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D2A7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2D2A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8" name="Google Shape;149;p29"/>
          <p:cNvSpPr txBox="1">
            <a:spLocks noGrp="1"/>
          </p:cNvSpPr>
          <p:nvPr>
            <p:ph type="body" idx="2"/>
          </p:nvPr>
        </p:nvSpPr>
        <p:spPr>
          <a:xfrm>
            <a:off x="720000" y="1515454"/>
            <a:ext cx="5888400" cy="2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D6B2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9" name="Google Shape;150;p29"/>
          <p:cNvSpPr txBox="1">
            <a:spLocks noGrp="1"/>
          </p:cNvSpPr>
          <p:nvPr>
            <p:ph type="body" idx="3"/>
          </p:nvPr>
        </p:nvSpPr>
        <p:spPr>
          <a:xfrm>
            <a:off x="720000" y="1910553"/>
            <a:ext cx="10938600" cy="4222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0" name="Google Shape;151;p29"/>
          <p:cNvSpPr/>
          <p:nvPr/>
        </p:nvSpPr>
        <p:spPr>
          <a:xfrm>
            <a:off x="0" y="0"/>
            <a:ext cx="12198844" cy="6861483"/>
          </a:xfrm>
          <a:prstGeom prst="rect">
            <a:avLst/>
          </a:prstGeom>
          <a:solidFill>
            <a:srgbClr val="E7E8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1" name="Google Shape;152;p29"/>
          <p:cNvSpPr txBox="1">
            <a:spLocks noGrp="1"/>
          </p:cNvSpPr>
          <p:nvPr>
            <p:ph type="body" idx="4"/>
          </p:nvPr>
        </p:nvSpPr>
        <p:spPr>
          <a:xfrm>
            <a:off x="1389925" y="1369636"/>
            <a:ext cx="5888400" cy="4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2" name="Google Shape;153;p29"/>
          <p:cNvSpPr txBox="1">
            <a:spLocks noGrp="1"/>
          </p:cNvSpPr>
          <p:nvPr>
            <p:ph type="body" idx="5"/>
          </p:nvPr>
        </p:nvSpPr>
        <p:spPr>
          <a:xfrm>
            <a:off x="1389925" y="1857361"/>
            <a:ext cx="5888400" cy="2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D6B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3" name="Google Shape;154;p29"/>
          <p:cNvSpPr txBox="1">
            <a:spLocks noGrp="1"/>
          </p:cNvSpPr>
          <p:nvPr>
            <p:ph type="body" idx="6"/>
          </p:nvPr>
        </p:nvSpPr>
        <p:spPr>
          <a:xfrm>
            <a:off x="1389925" y="2458519"/>
            <a:ext cx="9575343" cy="400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097253" name="Google Shape;155;p29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10864245" y="438591"/>
            <a:ext cx="838805" cy="35697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4" name="Google Shape;156;p29"/>
          <p:cNvSpPr txBox="1"/>
          <p:nvPr/>
        </p:nvSpPr>
        <p:spPr>
          <a:xfrm>
            <a:off x="4999383" y="6636689"/>
            <a:ext cx="2193229" cy="3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44C34"/>
                </a:solidFill>
                <a:latin typeface="Calibri"/>
                <a:ea typeface="Calibri"/>
                <a:cs typeface="Calibri"/>
                <a:sym typeface="Calibri"/>
              </a:rPr>
              <a:t>HIGHLY CONFIDENTIAL ©2024 PT KAI (PERSERO)</a:t>
            </a:r>
            <a:endParaRPr sz="800">
              <a:solidFill>
                <a:srgbClr val="344C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240;p34"/>
          <p:cNvSpPr/>
          <p:nvPr/>
        </p:nvSpPr>
        <p:spPr>
          <a:xfrm>
            <a:off x="0" y="0"/>
            <a:ext cx="12198844" cy="6861483"/>
          </a:xfrm>
          <a:prstGeom prst="rect">
            <a:avLst/>
          </a:prstGeom>
          <a:solidFill>
            <a:srgbClr val="E7E8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9" name="Google Shape;241;p34"/>
          <p:cNvSpPr txBox="1">
            <a:spLocks noGrp="1"/>
          </p:cNvSpPr>
          <p:nvPr>
            <p:ph type="body" idx="1"/>
          </p:nvPr>
        </p:nvSpPr>
        <p:spPr>
          <a:xfrm>
            <a:off x="1440000" y="1464967"/>
            <a:ext cx="5888400" cy="4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30" name="Google Shape;242;p34"/>
          <p:cNvSpPr txBox="1">
            <a:spLocks noGrp="1"/>
          </p:cNvSpPr>
          <p:nvPr>
            <p:ph type="body" idx="2"/>
          </p:nvPr>
        </p:nvSpPr>
        <p:spPr>
          <a:xfrm>
            <a:off x="1440000" y="1952692"/>
            <a:ext cx="5888400" cy="2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D6B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31" name="Google Shape;243;p34"/>
          <p:cNvSpPr>
            <a:spLocks noGrp="1"/>
          </p:cNvSpPr>
          <p:nvPr>
            <p:ph type="chart" idx="3"/>
          </p:nvPr>
        </p:nvSpPr>
        <p:spPr>
          <a:xfrm>
            <a:off x="1440000" y="2581597"/>
            <a:ext cx="7970700" cy="371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097205" name="Google Shape;244;p34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10864245" y="438591"/>
            <a:ext cx="838805" cy="3569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245;p34"/>
          <p:cNvGrpSpPr/>
          <p:nvPr/>
        </p:nvGrpSpPr>
        <p:grpSpPr>
          <a:xfrm>
            <a:off x="-3" y="-1"/>
            <a:ext cx="1345128" cy="1343950"/>
            <a:chOff x="1872897" y="-1"/>
            <a:chExt cx="1345128" cy="1343950"/>
          </a:xfrm>
        </p:grpSpPr>
        <p:pic>
          <p:nvPicPr>
            <p:cNvPr id="2097206" name="Google Shape;246;p34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-112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7" name="Google Shape;247;p34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276976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8" name="Google Shape;248;p34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9" name="Google Shape;249;p34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447551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10" name="Google Shape;250;p34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1873012" y="447538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11" name="Google Shape;251;p34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895689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8632" name="Google Shape;252;p34"/>
          <p:cNvSpPr txBox="1"/>
          <p:nvPr/>
        </p:nvSpPr>
        <p:spPr>
          <a:xfrm>
            <a:off x="4999358" y="6547589"/>
            <a:ext cx="2193300" cy="3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HIGHLY CONFIDENTIAL ©2024 PT KAI (PERSERO)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212" name="Google Shape;253;p34"/>
          <p:cNvPicPr preferRelativeResize="0">
            <a:picLocks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1524" y="4767652"/>
            <a:ext cx="2093225" cy="2093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Google Shape;255;p35"/>
          <p:cNvSpPr/>
          <p:nvPr/>
        </p:nvSpPr>
        <p:spPr>
          <a:xfrm>
            <a:off x="0" y="0"/>
            <a:ext cx="12198844" cy="6861483"/>
          </a:xfrm>
          <a:prstGeom prst="rect">
            <a:avLst/>
          </a:prstGeom>
          <a:solidFill>
            <a:srgbClr val="E7E8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6" name="Google Shape;256;p35"/>
          <p:cNvSpPr txBox="1">
            <a:spLocks noGrp="1"/>
          </p:cNvSpPr>
          <p:nvPr>
            <p:ph type="body" idx="1"/>
          </p:nvPr>
        </p:nvSpPr>
        <p:spPr>
          <a:xfrm>
            <a:off x="1440000" y="1436549"/>
            <a:ext cx="5888400" cy="4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7" name="Google Shape;257;p35"/>
          <p:cNvSpPr txBox="1">
            <a:spLocks noGrp="1"/>
          </p:cNvSpPr>
          <p:nvPr>
            <p:ph type="body" idx="2"/>
          </p:nvPr>
        </p:nvSpPr>
        <p:spPr>
          <a:xfrm>
            <a:off x="1440000" y="1924274"/>
            <a:ext cx="5888400" cy="2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D6B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8" name="Google Shape;258;p35"/>
          <p:cNvSpPr/>
          <p:nvPr/>
        </p:nvSpPr>
        <p:spPr>
          <a:xfrm>
            <a:off x="2577375" y="2837592"/>
            <a:ext cx="1325563" cy="1292225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noFill/>
          <a:ln w="9525" cap="flat" cmpd="sng">
            <a:solidFill>
              <a:srgbClr val="DCDEE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9" name="Google Shape;259;p35"/>
          <p:cNvSpPr/>
          <p:nvPr/>
        </p:nvSpPr>
        <p:spPr>
          <a:xfrm>
            <a:off x="4501425" y="2837592"/>
            <a:ext cx="1328738" cy="1290637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noFill/>
          <a:ln w="9525" cap="flat" cmpd="sng">
            <a:solidFill>
              <a:srgbClr val="DCDEE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0" name="Google Shape;260;p35"/>
          <p:cNvSpPr/>
          <p:nvPr/>
        </p:nvSpPr>
        <p:spPr>
          <a:xfrm>
            <a:off x="6393725" y="2836004"/>
            <a:ext cx="1346200" cy="1292225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noFill/>
          <a:ln w="9525" cap="flat" cmpd="sng">
            <a:solidFill>
              <a:srgbClr val="DCDEE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1" name="Google Shape;261;p35"/>
          <p:cNvSpPr/>
          <p:nvPr/>
        </p:nvSpPr>
        <p:spPr>
          <a:xfrm>
            <a:off x="8308250" y="2826479"/>
            <a:ext cx="1335088" cy="1292225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noFill/>
          <a:ln w="9525" cap="flat" cmpd="sng">
            <a:solidFill>
              <a:srgbClr val="DCDEE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2" name="Google Shape;262;p35"/>
          <p:cNvSpPr>
            <a:spLocks noGrp="1"/>
          </p:cNvSpPr>
          <p:nvPr>
            <p:ph type="pic" idx="3"/>
          </p:nvPr>
        </p:nvSpPr>
        <p:spPr>
          <a:xfrm>
            <a:off x="2653210" y="3017719"/>
            <a:ext cx="1218954" cy="967561"/>
          </a:xfrm>
          <a:prstGeom prst="rect">
            <a:avLst/>
          </a:prstGeom>
          <a:noFill/>
          <a:ln>
            <a:noFill/>
          </a:ln>
        </p:spPr>
      </p:sp>
      <p:sp>
        <p:nvSpPr>
          <p:cNvPr id="1048683" name="Google Shape;263;p35"/>
          <p:cNvSpPr>
            <a:spLocks noGrp="1"/>
          </p:cNvSpPr>
          <p:nvPr>
            <p:ph type="pic" idx="4"/>
          </p:nvPr>
        </p:nvSpPr>
        <p:spPr>
          <a:xfrm>
            <a:off x="4570672" y="3017719"/>
            <a:ext cx="1218954" cy="967561"/>
          </a:xfrm>
          <a:prstGeom prst="rect">
            <a:avLst/>
          </a:prstGeom>
          <a:noFill/>
          <a:ln>
            <a:noFill/>
          </a:ln>
        </p:spPr>
      </p:sp>
      <p:sp>
        <p:nvSpPr>
          <p:cNvPr id="1048684" name="Google Shape;264;p35"/>
          <p:cNvSpPr>
            <a:spLocks noGrp="1"/>
          </p:cNvSpPr>
          <p:nvPr>
            <p:ph type="pic" idx="5"/>
          </p:nvPr>
        </p:nvSpPr>
        <p:spPr>
          <a:xfrm>
            <a:off x="6478246" y="3017719"/>
            <a:ext cx="1218954" cy="967561"/>
          </a:xfrm>
          <a:prstGeom prst="rect">
            <a:avLst/>
          </a:prstGeom>
          <a:noFill/>
          <a:ln>
            <a:noFill/>
          </a:ln>
        </p:spPr>
      </p:sp>
      <p:sp>
        <p:nvSpPr>
          <p:cNvPr id="1048685" name="Google Shape;265;p35"/>
          <p:cNvSpPr>
            <a:spLocks noGrp="1"/>
          </p:cNvSpPr>
          <p:nvPr>
            <p:ph type="pic" idx="6"/>
          </p:nvPr>
        </p:nvSpPr>
        <p:spPr>
          <a:xfrm>
            <a:off x="8382534" y="3017719"/>
            <a:ext cx="1218954" cy="967561"/>
          </a:xfrm>
          <a:prstGeom prst="rect">
            <a:avLst/>
          </a:prstGeom>
          <a:noFill/>
          <a:ln>
            <a:noFill/>
          </a:ln>
        </p:spPr>
      </p:sp>
      <p:sp>
        <p:nvSpPr>
          <p:cNvPr id="1048686" name="Google Shape;266;p35"/>
          <p:cNvSpPr txBox="1">
            <a:spLocks noGrp="1"/>
          </p:cNvSpPr>
          <p:nvPr>
            <p:ph type="body" idx="7"/>
          </p:nvPr>
        </p:nvSpPr>
        <p:spPr>
          <a:xfrm>
            <a:off x="2300707" y="4181293"/>
            <a:ext cx="1786269" cy="386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54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6254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87" name="Google Shape;267;p35"/>
          <p:cNvSpPr txBox="1">
            <a:spLocks noGrp="1"/>
          </p:cNvSpPr>
          <p:nvPr>
            <p:ph type="body" idx="8"/>
          </p:nvPr>
        </p:nvSpPr>
        <p:spPr>
          <a:xfrm>
            <a:off x="2405258" y="4703467"/>
            <a:ext cx="1557693" cy="1062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A3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A3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88" name="Google Shape;268;p35"/>
          <p:cNvSpPr txBox="1">
            <a:spLocks noGrp="1"/>
          </p:cNvSpPr>
          <p:nvPr>
            <p:ph type="body" idx="9"/>
          </p:nvPr>
        </p:nvSpPr>
        <p:spPr>
          <a:xfrm>
            <a:off x="4322720" y="4187246"/>
            <a:ext cx="1557693" cy="386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C82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AC8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89" name="Google Shape;269;p35"/>
          <p:cNvSpPr txBox="1">
            <a:spLocks noGrp="1"/>
          </p:cNvSpPr>
          <p:nvPr>
            <p:ph type="body" idx="13"/>
          </p:nvPr>
        </p:nvSpPr>
        <p:spPr>
          <a:xfrm>
            <a:off x="4322720" y="4709420"/>
            <a:ext cx="1557693" cy="1062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A3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A3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0" name="Google Shape;270;p35"/>
          <p:cNvSpPr txBox="1">
            <a:spLocks noGrp="1"/>
          </p:cNvSpPr>
          <p:nvPr>
            <p:ph type="body" idx="14"/>
          </p:nvPr>
        </p:nvSpPr>
        <p:spPr>
          <a:xfrm>
            <a:off x="6221133" y="4187246"/>
            <a:ext cx="1557693" cy="386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B2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75B2D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1" name="Google Shape;271;p35"/>
          <p:cNvSpPr txBox="1">
            <a:spLocks noGrp="1"/>
          </p:cNvSpPr>
          <p:nvPr>
            <p:ph type="body" idx="15"/>
          </p:nvPr>
        </p:nvSpPr>
        <p:spPr>
          <a:xfrm>
            <a:off x="6221133" y="4709420"/>
            <a:ext cx="1557693" cy="1062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A3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A3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2" name="Google Shape;272;p35"/>
          <p:cNvSpPr txBox="1">
            <a:spLocks noGrp="1"/>
          </p:cNvSpPr>
          <p:nvPr>
            <p:ph type="body" idx="16"/>
          </p:nvPr>
        </p:nvSpPr>
        <p:spPr>
          <a:xfrm>
            <a:off x="8134583" y="4187246"/>
            <a:ext cx="1557692" cy="386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77F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77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3" name="Google Shape;273;p35"/>
          <p:cNvSpPr txBox="1">
            <a:spLocks noGrp="1"/>
          </p:cNvSpPr>
          <p:nvPr>
            <p:ph type="body" idx="17"/>
          </p:nvPr>
        </p:nvSpPr>
        <p:spPr>
          <a:xfrm>
            <a:off x="8134583" y="4709420"/>
            <a:ext cx="1557692" cy="1062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A3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22A3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097254" name="Google Shape;274;p35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10864245" y="438591"/>
            <a:ext cx="838805" cy="3569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275;p35"/>
          <p:cNvGrpSpPr/>
          <p:nvPr/>
        </p:nvGrpSpPr>
        <p:grpSpPr>
          <a:xfrm>
            <a:off x="-3" y="-1"/>
            <a:ext cx="1345128" cy="1343950"/>
            <a:chOff x="1872897" y="-1"/>
            <a:chExt cx="1345128" cy="1343950"/>
          </a:xfrm>
        </p:grpSpPr>
        <p:pic>
          <p:nvPicPr>
            <p:cNvPr id="2097255" name="Google Shape;276;p35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-112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56" name="Google Shape;277;p35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276976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57" name="Google Shape;278;p35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58" name="Google Shape;279;p35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447551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59" name="Google Shape;280;p35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1873012" y="447538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60" name="Google Shape;281;p35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895689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8694" name="Google Shape;282;p35"/>
          <p:cNvSpPr txBox="1"/>
          <p:nvPr/>
        </p:nvSpPr>
        <p:spPr>
          <a:xfrm>
            <a:off x="4999358" y="6547589"/>
            <a:ext cx="2193300" cy="3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HIGHLY CONFIDENTIAL ©2024 PT KAI (PERSERO)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261" name="Google Shape;283;p35"/>
          <p:cNvPicPr preferRelativeResize="0">
            <a:picLocks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1524" y="4767652"/>
            <a:ext cx="2093225" cy="2093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Google Shape;285;p36"/>
          <p:cNvSpPr/>
          <p:nvPr/>
        </p:nvSpPr>
        <p:spPr>
          <a:xfrm>
            <a:off x="0" y="0"/>
            <a:ext cx="12198844" cy="6861483"/>
          </a:xfrm>
          <a:prstGeom prst="rect">
            <a:avLst/>
          </a:prstGeom>
          <a:solidFill>
            <a:srgbClr val="E7E8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6" name="Google Shape;286;p36"/>
          <p:cNvSpPr txBox="1">
            <a:spLocks noGrp="1"/>
          </p:cNvSpPr>
          <p:nvPr>
            <p:ph type="body" idx="1"/>
          </p:nvPr>
        </p:nvSpPr>
        <p:spPr>
          <a:xfrm>
            <a:off x="1440000" y="1447750"/>
            <a:ext cx="5888400" cy="4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7" name="Google Shape;287;p36"/>
          <p:cNvSpPr txBox="1">
            <a:spLocks noGrp="1"/>
          </p:cNvSpPr>
          <p:nvPr>
            <p:ph type="body" idx="2"/>
          </p:nvPr>
        </p:nvSpPr>
        <p:spPr>
          <a:xfrm>
            <a:off x="1440000" y="1935475"/>
            <a:ext cx="5888400" cy="2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D6B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98" name="Google Shape;288;p36"/>
          <p:cNvSpPr>
            <a:spLocks noGrp="1"/>
          </p:cNvSpPr>
          <p:nvPr>
            <p:ph type="pic" idx="3"/>
          </p:nvPr>
        </p:nvSpPr>
        <p:spPr>
          <a:xfrm>
            <a:off x="2398821" y="2923504"/>
            <a:ext cx="2299480" cy="1076216"/>
          </a:xfrm>
          <a:prstGeom prst="rect">
            <a:avLst/>
          </a:prstGeom>
          <a:noFill/>
          <a:ln>
            <a:noFill/>
          </a:ln>
        </p:spPr>
      </p:sp>
      <p:sp>
        <p:nvSpPr>
          <p:cNvPr id="1048699" name="Google Shape;289;p36"/>
          <p:cNvSpPr>
            <a:spLocks noGrp="1"/>
          </p:cNvSpPr>
          <p:nvPr>
            <p:ph type="pic" idx="4"/>
          </p:nvPr>
        </p:nvSpPr>
        <p:spPr>
          <a:xfrm>
            <a:off x="4873121" y="2923504"/>
            <a:ext cx="2319491" cy="1084191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0" name="Google Shape;290;p36"/>
          <p:cNvSpPr>
            <a:spLocks noGrp="1"/>
          </p:cNvSpPr>
          <p:nvPr>
            <p:ph type="pic" idx="5"/>
          </p:nvPr>
        </p:nvSpPr>
        <p:spPr>
          <a:xfrm>
            <a:off x="7350198" y="2923504"/>
            <a:ext cx="2266821" cy="1084191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1" name="Google Shape;291;p36"/>
          <p:cNvSpPr>
            <a:spLocks noGrp="1"/>
          </p:cNvSpPr>
          <p:nvPr>
            <p:ph type="body" idx="6"/>
          </p:nvPr>
        </p:nvSpPr>
        <p:spPr>
          <a:xfrm>
            <a:off x="2426117" y="4026010"/>
            <a:ext cx="2252814" cy="215702"/>
          </a:xfrm>
          <a:prstGeom prst="roundRect">
            <a:avLst>
              <a:gd name="adj" fmla="val 16667"/>
            </a:avLst>
          </a:prstGeom>
          <a:solidFill>
            <a:srgbClr val="385623"/>
          </a:solidFill>
          <a:ln>
            <a:noFill/>
          </a:ln>
          <a:effectLst>
            <a:outerShdw blurRad="44450" dist="27940" dir="5400000" algn="ctr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2" name="Google Shape;292;p36"/>
          <p:cNvSpPr>
            <a:spLocks noGrp="1"/>
          </p:cNvSpPr>
          <p:nvPr>
            <p:ph type="pic" idx="7"/>
          </p:nvPr>
        </p:nvSpPr>
        <p:spPr>
          <a:xfrm>
            <a:off x="2401093" y="4440136"/>
            <a:ext cx="2299480" cy="1076216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3" name="Google Shape;293;p36"/>
          <p:cNvSpPr>
            <a:spLocks noGrp="1"/>
          </p:cNvSpPr>
          <p:nvPr>
            <p:ph type="pic" idx="8"/>
          </p:nvPr>
        </p:nvSpPr>
        <p:spPr>
          <a:xfrm>
            <a:off x="4875393" y="4440136"/>
            <a:ext cx="2319491" cy="1084191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4" name="Google Shape;294;p36"/>
          <p:cNvSpPr>
            <a:spLocks noGrp="1"/>
          </p:cNvSpPr>
          <p:nvPr>
            <p:ph type="pic" idx="9"/>
          </p:nvPr>
        </p:nvSpPr>
        <p:spPr>
          <a:xfrm>
            <a:off x="7352470" y="4440136"/>
            <a:ext cx="2266821" cy="1084191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5" name="Google Shape;295;p36"/>
          <p:cNvSpPr>
            <a:spLocks noGrp="1"/>
          </p:cNvSpPr>
          <p:nvPr>
            <p:ph type="body" idx="13"/>
          </p:nvPr>
        </p:nvSpPr>
        <p:spPr>
          <a:xfrm>
            <a:off x="4905444" y="4032459"/>
            <a:ext cx="2252814" cy="215702"/>
          </a:xfrm>
          <a:prstGeom prst="roundRect">
            <a:avLst>
              <a:gd name="adj" fmla="val 16667"/>
            </a:avLst>
          </a:prstGeom>
          <a:solidFill>
            <a:srgbClr val="385623"/>
          </a:solidFill>
          <a:ln>
            <a:noFill/>
          </a:ln>
          <a:effectLst>
            <a:outerShdw blurRad="44450" dist="27940" dir="5400000" algn="ctr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6" name="Google Shape;296;p36"/>
          <p:cNvSpPr>
            <a:spLocks noGrp="1"/>
          </p:cNvSpPr>
          <p:nvPr>
            <p:ph type="body" idx="14"/>
          </p:nvPr>
        </p:nvSpPr>
        <p:spPr>
          <a:xfrm>
            <a:off x="7366476" y="4032459"/>
            <a:ext cx="2252814" cy="215702"/>
          </a:xfrm>
          <a:prstGeom prst="roundRect">
            <a:avLst>
              <a:gd name="adj" fmla="val 16667"/>
            </a:avLst>
          </a:prstGeom>
          <a:solidFill>
            <a:srgbClr val="385623"/>
          </a:solidFill>
          <a:ln>
            <a:noFill/>
          </a:ln>
          <a:effectLst>
            <a:outerShdw blurRad="44450" dist="27940" dir="5400000" algn="ctr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7" name="Google Shape;297;p36"/>
          <p:cNvSpPr>
            <a:spLocks noGrp="1"/>
          </p:cNvSpPr>
          <p:nvPr>
            <p:ph type="body" idx="15"/>
          </p:nvPr>
        </p:nvSpPr>
        <p:spPr>
          <a:xfrm>
            <a:off x="2426117" y="5534563"/>
            <a:ext cx="2252814" cy="215702"/>
          </a:xfrm>
          <a:prstGeom prst="roundRect">
            <a:avLst>
              <a:gd name="adj" fmla="val 16667"/>
            </a:avLst>
          </a:prstGeom>
          <a:solidFill>
            <a:srgbClr val="385623"/>
          </a:solidFill>
          <a:ln>
            <a:noFill/>
          </a:ln>
          <a:effectLst>
            <a:outerShdw blurRad="44450" dist="27940" dir="5400000" algn="ctr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8" name="Google Shape;298;p36"/>
          <p:cNvSpPr>
            <a:spLocks noGrp="1"/>
          </p:cNvSpPr>
          <p:nvPr>
            <p:ph type="body" idx="16"/>
          </p:nvPr>
        </p:nvSpPr>
        <p:spPr>
          <a:xfrm>
            <a:off x="4912501" y="5536824"/>
            <a:ext cx="2252814" cy="215702"/>
          </a:xfrm>
          <a:prstGeom prst="roundRect">
            <a:avLst>
              <a:gd name="adj" fmla="val 16667"/>
            </a:avLst>
          </a:prstGeom>
          <a:solidFill>
            <a:srgbClr val="385623"/>
          </a:solidFill>
          <a:ln>
            <a:noFill/>
          </a:ln>
          <a:effectLst>
            <a:outerShdw blurRad="44450" dist="27940" dir="5400000" algn="ctr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09" name="Google Shape;299;p36"/>
          <p:cNvSpPr>
            <a:spLocks noGrp="1"/>
          </p:cNvSpPr>
          <p:nvPr>
            <p:ph type="body" idx="17"/>
          </p:nvPr>
        </p:nvSpPr>
        <p:spPr>
          <a:xfrm>
            <a:off x="7366476" y="5536824"/>
            <a:ext cx="2252814" cy="215702"/>
          </a:xfrm>
          <a:prstGeom prst="roundRect">
            <a:avLst>
              <a:gd name="adj" fmla="val 16667"/>
            </a:avLst>
          </a:prstGeom>
          <a:solidFill>
            <a:srgbClr val="385623"/>
          </a:solidFill>
          <a:ln>
            <a:noFill/>
          </a:ln>
          <a:effectLst>
            <a:outerShdw blurRad="44450" dist="27940" dir="5400000" algn="ctr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097262" name="Google Shape;300;p36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10864245" y="438591"/>
            <a:ext cx="838805" cy="3569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301;p36"/>
          <p:cNvGrpSpPr/>
          <p:nvPr/>
        </p:nvGrpSpPr>
        <p:grpSpPr>
          <a:xfrm>
            <a:off x="-3" y="-1"/>
            <a:ext cx="1345128" cy="1343950"/>
            <a:chOff x="1872897" y="-1"/>
            <a:chExt cx="1345128" cy="1343950"/>
          </a:xfrm>
        </p:grpSpPr>
        <p:pic>
          <p:nvPicPr>
            <p:cNvPr id="2097263" name="Google Shape;302;p36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-112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64" name="Google Shape;303;p36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276976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65" name="Google Shape;304;p36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66" name="Google Shape;305;p36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447551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67" name="Google Shape;306;p36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1873012" y="447538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68" name="Google Shape;307;p36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895689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8710" name="Google Shape;308;p36"/>
          <p:cNvSpPr txBox="1"/>
          <p:nvPr/>
        </p:nvSpPr>
        <p:spPr>
          <a:xfrm>
            <a:off x="4999358" y="6547589"/>
            <a:ext cx="2193300" cy="3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HIGHLY CONFIDENTIAL ©2024 PT KAI (PERSERO)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269" name="Google Shape;309;p36"/>
          <p:cNvPicPr preferRelativeResize="0">
            <a:picLocks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1524" y="4767652"/>
            <a:ext cx="2093225" cy="2093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Google Shape;311;p37"/>
          <p:cNvSpPr/>
          <p:nvPr/>
        </p:nvSpPr>
        <p:spPr>
          <a:xfrm>
            <a:off x="0" y="0"/>
            <a:ext cx="12198844" cy="6861483"/>
          </a:xfrm>
          <a:prstGeom prst="rect">
            <a:avLst/>
          </a:prstGeom>
          <a:solidFill>
            <a:srgbClr val="E7E8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0" name="Google Shape;312;p37"/>
          <p:cNvSpPr txBox="1">
            <a:spLocks noGrp="1"/>
          </p:cNvSpPr>
          <p:nvPr>
            <p:ph type="body" idx="1"/>
          </p:nvPr>
        </p:nvSpPr>
        <p:spPr>
          <a:xfrm>
            <a:off x="1440000" y="1436549"/>
            <a:ext cx="5888400" cy="4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51" name="Google Shape;313;p37"/>
          <p:cNvSpPr txBox="1">
            <a:spLocks noGrp="1"/>
          </p:cNvSpPr>
          <p:nvPr>
            <p:ph type="body" idx="2"/>
          </p:nvPr>
        </p:nvSpPr>
        <p:spPr>
          <a:xfrm>
            <a:off x="1440000" y="1924274"/>
            <a:ext cx="5888400" cy="2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D6B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52" name="Google Shape;314;p37"/>
          <p:cNvSpPr>
            <a:spLocks noGrp="1"/>
          </p:cNvSpPr>
          <p:nvPr>
            <p:ph type="pic" idx="3"/>
          </p:nvPr>
        </p:nvSpPr>
        <p:spPr>
          <a:xfrm>
            <a:off x="2276712" y="2893628"/>
            <a:ext cx="2304979" cy="2467842"/>
          </a:xfrm>
          <a:prstGeom prst="rect">
            <a:avLst/>
          </a:prstGeom>
          <a:noFill/>
          <a:ln>
            <a:noFill/>
          </a:ln>
        </p:spPr>
      </p:sp>
      <p:sp>
        <p:nvSpPr>
          <p:cNvPr id="1048653" name="Google Shape;315;p37"/>
          <p:cNvSpPr>
            <a:spLocks noGrp="1"/>
          </p:cNvSpPr>
          <p:nvPr>
            <p:ph type="pic" idx="4"/>
          </p:nvPr>
        </p:nvSpPr>
        <p:spPr>
          <a:xfrm>
            <a:off x="4786042" y="2893628"/>
            <a:ext cx="2304979" cy="2467842"/>
          </a:xfrm>
          <a:prstGeom prst="rect">
            <a:avLst/>
          </a:prstGeom>
          <a:noFill/>
          <a:ln>
            <a:noFill/>
          </a:ln>
        </p:spPr>
      </p:sp>
      <p:sp>
        <p:nvSpPr>
          <p:cNvPr id="1048654" name="Google Shape;316;p37"/>
          <p:cNvSpPr>
            <a:spLocks noGrp="1"/>
          </p:cNvSpPr>
          <p:nvPr>
            <p:ph type="pic" idx="5"/>
          </p:nvPr>
        </p:nvSpPr>
        <p:spPr>
          <a:xfrm>
            <a:off x="7323719" y="2885653"/>
            <a:ext cx="2304979" cy="2467842"/>
          </a:xfrm>
          <a:prstGeom prst="rect">
            <a:avLst/>
          </a:prstGeom>
          <a:noFill/>
          <a:ln>
            <a:noFill/>
          </a:ln>
        </p:spPr>
      </p:sp>
      <p:sp>
        <p:nvSpPr>
          <p:cNvPr id="1048655" name="Google Shape;317;p37"/>
          <p:cNvSpPr>
            <a:spLocks noGrp="1"/>
          </p:cNvSpPr>
          <p:nvPr>
            <p:ph type="body" idx="6"/>
          </p:nvPr>
        </p:nvSpPr>
        <p:spPr>
          <a:xfrm>
            <a:off x="2335754" y="5426862"/>
            <a:ext cx="2203704" cy="248338"/>
          </a:xfrm>
          <a:prstGeom prst="roundRect">
            <a:avLst>
              <a:gd name="adj" fmla="val 16667"/>
            </a:avLst>
          </a:prstGeom>
          <a:solidFill>
            <a:srgbClr val="ED6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56" name="Google Shape;318;p37"/>
          <p:cNvSpPr>
            <a:spLocks noGrp="1"/>
          </p:cNvSpPr>
          <p:nvPr>
            <p:ph type="body" idx="7"/>
          </p:nvPr>
        </p:nvSpPr>
        <p:spPr>
          <a:xfrm>
            <a:off x="4854123" y="5418887"/>
            <a:ext cx="2195303" cy="248338"/>
          </a:xfrm>
          <a:prstGeom prst="roundRect">
            <a:avLst>
              <a:gd name="adj" fmla="val 16667"/>
            </a:avLst>
          </a:prstGeom>
          <a:solidFill>
            <a:srgbClr val="ED6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57" name="Google Shape;319;p37"/>
          <p:cNvSpPr>
            <a:spLocks noGrp="1"/>
          </p:cNvSpPr>
          <p:nvPr>
            <p:ph type="body" idx="8"/>
          </p:nvPr>
        </p:nvSpPr>
        <p:spPr>
          <a:xfrm>
            <a:off x="7382988" y="5418887"/>
            <a:ext cx="2195303" cy="248338"/>
          </a:xfrm>
          <a:prstGeom prst="roundRect">
            <a:avLst>
              <a:gd name="adj" fmla="val 16667"/>
            </a:avLst>
          </a:prstGeom>
          <a:solidFill>
            <a:srgbClr val="ED6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097237" name="Google Shape;320;p37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10864245" y="438591"/>
            <a:ext cx="838805" cy="3569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321;p37"/>
          <p:cNvGrpSpPr/>
          <p:nvPr/>
        </p:nvGrpSpPr>
        <p:grpSpPr>
          <a:xfrm>
            <a:off x="-3" y="-1"/>
            <a:ext cx="1345128" cy="1343950"/>
            <a:chOff x="1872897" y="-1"/>
            <a:chExt cx="1345128" cy="1343950"/>
          </a:xfrm>
        </p:grpSpPr>
        <p:pic>
          <p:nvPicPr>
            <p:cNvPr id="2097238" name="Google Shape;322;p37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-112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39" name="Google Shape;323;p37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276976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40" name="Google Shape;324;p37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41" name="Google Shape;325;p37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447551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42" name="Google Shape;326;p37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1873012" y="447538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43" name="Google Shape;327;p37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895689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8658" name="Google Shape;328;p37"/>
          <p:cNvSpPr txBox="1"/>
          <p:nvPr/>
        </p:nvSpPr>
        <p:spPr>
          <a:xfrm>
            <a:off x="4999358" y="6547589"/>
            <a:ext cx="2193300" cy="3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HIGHLY CONFIDENTIAL ©2024 PT KAI (PERSERO)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244" name="Google Shape;329;p37"/>
          <p:cNvPicPr preferRelativeResize="0">
            <a:picLocks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1524" y="4767652"/>
            <a:ext cx="2093225" cy="2093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Blank">
  <p:cSld name="6_Blank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31;p38"/>
          <p:cNvSpPr/>
          <p:nvPr/>
        </p:nvSpPr>
        <p:spPr>
          <a:xfrm>
            <a:off x="0" y="0"/>
            <a:ext cx="12198844" cy="6861483"/>
          </a:xfrm>
          <a:prstGeom prst="rect">
            <a:avLst/>
          </a:prstGeom>
          <a:solidFill>
            <a:srgbClr val="E7E8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0" name="Google Shape;332;p38"/>
          <p:cNvSpPr txBox="1">
            <a:spLocks noGrp="1"/>
          </p:cNvSpPr>
          <p:nvPr>
            <p:ph type="body" idx="1"/>
          </p:nvPr>
        </p:nvSpPr>
        <p:spPr>
          <a:xfrm>
            <a:off x="1440000" y="1464967"/>
            <a:ext cx="5888400" cy="4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1" name="Google Shape;333;p38"/>
          <p:cNvSpPr txBox="1">
            <a:spLocks noGrp="1"/>
          </p:cNvSpPr>
          <p:nvPr>
            <p:ph type="body" idx="2"/>
          </p:nvPr>
        </p:nvSpPr>
        <p:spPr>
          <a:xfrm>
            <a:off x="1440000" y="1952692"/>
            <a:ext cx="5888400" cy="2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D6B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2" name="Google Shape;334;p38"/>
          <p:cNvSpPr>
            <a:spLocks noGrp="1"/>
          </p:cNvSpPr>
          <p:nvPr>
            <p:ph type="pic" idx="3"/>
          </p:nvPr>
        </p:nvSpPr>
        <p:spPr>
          <a:xfrm>
            <a:off x="2262241" y="2751002"/>
            <a:ext cx="3449196" cy="2598317"/>
          </a:xfrm>
          <a:prstGeom prst="rect">
            <a:avLst/>
          </a:prstGeom>
          <a:noFill/>
          <a:ln>
            <a:noFill/>
          </a:ln>
        </p:spPr>
      </p:sp>
      <p:sp>
        <p:nvSpPr>
          <p:cNvPr id="1048663" name="Google Shape;335;p38"/>
          <p:cNvSpPr>
            <a:spLocks noGrp="1"/>
          </p:cNvSpPr>
          <p:nvPr>
            <p:ph type="pic" idx="4"/>
          </p:nvPr>
        </p:nvSpPr>
        <p:spPr>
          <a:xfrm>
            <a:off x="6096000" y="2751002"/>
            <a:ext cx="3449196" cy="2598317"/>
          </a:xfrm>
          <a:prstGeom prst="rect">
            <a:avLst/>
          </a:prstGeom>
          <a:noFill/>
          <a:ln>
            <a:noFill/>
          </a:ln>
        </p:spPr>
      </p:sp>
      <p:sp>
        <p:nvSpPr>
          <p:cNvPr id="1048664" name="Google Shape;336;p38"/>
          <p:cNvSpPr>
            <a:spLocks noGrp="1"/>
          </p:cNvSpPr>
          <p:nvPr>
            <p:ph type="body" idx="5"/>
          </p:nvPr>
        </p:nvSpPr>
        <p:spPr>
          <a:xfrm>
            <a:off x="2318111" y="5420226"/>
            <a:ext cx="3358763" cy="333375"/>
          </a:xfrm>
          <a:prstGeom prst="roundRect">
            <a:avLst>
              <a:gd name="adj" fmla="val 16667"/>
            </a:avLst>
          </a:prstGeom>
          <a:solidFill>
            <a:srgbClr val="385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5" name="Google Shape;337;p38"/>
          <p:cNvSpPr>
            <a:spLocks noGrp="1"/>
          </p:cNvSpPr>
          <p:nvPr>
            <p:ph type="body" idx="6"/>
          </p:nvPr>
        </p:nvSpPr>
        <p:spPr>
          <a:xfrm>
            <a:off x="6096000" y="5432137"/>
            <a:ext cx="3358763" cy="333375"/>
          </a:xfrm>
          <a:prstGeom prst="roundRect">
            <a:avLst>
              <a:gd name="adj" fmla="val 16667"/>
            </a:avLst>
          </a:prstGeom>
          <a:solidFill>
            <a:srgbClr val="ED6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097245" name="Google Shape;338;p38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10864245" y="438591"/>
            <a:ext cx="838805" cy="3569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339;p38"/>
          <p:cNvGrpSpPr/>
          <p:nvPr/>
        </p:nvGrpSpPr>
        <p:grpSpPr>
          <a:xfrm>
            <a:off x="-3" y="-1"/>
            <a:ext cx="1345128" cy="1343950"/>
            <a:chOff x="1872897" y="-1"/>
            <a:chExt cx="1345128" cy="1343950"/>
          </a:xfrm>
        </p:grpSpPr>
        <p:pic>
          <p:nvPicPr>
            <p:cNvPr id="2097246" name="Google Shape;340;p38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-112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47" name="Google Shape;341;p38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276976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48" name="Google Shape;342;p38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49" name="Google Shape;343;p38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447551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50" name="Google Shape;344;p38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1873012" y="447538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51" name="Google Shape;345;p38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895689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8666" name="Google Shape;346;p38"/>
          <p:cNvSpPr txBox="1"/>
          <p:nvPr/>
        </p:nvSpPr>
        <p:spPr>
          <a:xfrm>
            <a:off x="4999358" y="6547589"/>
            <a:ext cx="2193300" cy="3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HIGHLY CONFIDENTIAL ©2024 PT KAI (PERSERO)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252" name="Google Shape;347;p38"/>
          <p:cNvPicPr preferRelativeResize="0">
            <a:picLocks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1524" y="4767652"/>
            <a:ext cx="2093225" cy="2093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lank">
  <p:cSld name="7_Blank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Google Shape;349;p39"/>
          <p:cNvSpPr/>
          <p:nvPr/>
        </p:nvSpPr>
        <p:spPr>
          <a:xfrm>
            <a:off x="0" y="0"/>
            <a:ext cx="12198844" cy="6861483"/>
          </a:xfrm>
          <a:prstGeom prst="rect">
            <a:avLst/>
          </a:prstGeom>
          <a:solidFill>
            <a:srgbClr val="E7E8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9" name="Google Shape;350;p39"/>
          <p:cNvSpPr txBox="1">
            <a:spLocks noGrp="1"/>
          </p:cNvSpPr>
          <p:nvPr>
            <p:ph type="body" idx="1"/>
          </p:nvPr>
        </p:nvSpPr>
        <p:spPr>
          <a:xfrm>
            <a:off x="1440000" y="1436549"/>
            <a:ext cx="5888400" cy="4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40" name="Google Shape;351;p39"/>
          <p:cNvSpPr txBox="1">
            <a:spLocks noGrp="1"/>
          </p:cNvSpPr>
          <p:nvPr>
            <p:ph type="body" idx="2"/>
          </p:nvPr>
        </p:nvSpPr>
        <p:spPr>
          <a:xfrm>
            <a:off x="1440000" y="1924274"/>
            <a:ext cx="5888400" cy="2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D6B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41" name="Google Shape;352;p39"/>
          <p:cNvSpPr>
            <a:spLocks noGrp="1"/>
          </p:cNvSpPr>
          <p:nvPr>
            <p:ph type="pic" idx="3"/>
          </p:nvPr>
        </p:nvSpPr>
        <p:spPr>
          <a:xfrm>
            <a:off x="1440000" y="2534862"/>
            <a:ext cx="4060100" cy="3788128"/>
          </a:xfrm>
          <a:prstGeom prst="rect">
            <a:avLst/>
          </a:prstGeom>
          <a:noFill/>
          <a:ln>
            <a:noFill/>
          </a:ln>
        </p:spPr>
      </p:sp>
      <p:sp>
        <p:nvSpPr>
          <p:cNvPr id="1048642" name="Google Shape;353;p39"/>
          <p:cNvSpPr txBox="1">
            <a:spLocks noGrp="1"/>
          </p:cNvSpPr>
          <p:nvPr>
            <p:ph type="body" idx="4"/>
          </p:nvPr>
        </p:nvSpPr>
        <p:spPr>
          <a:xfrm>
            <a:off x="5834103" y="2530379"/>
            <a:ext cx="3768284" cy="44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43" name="Google Shape;354;p39"/>
          <p:cNvSpPr txBox="1">
            <a:spLocks noGrp="1"/>
          </p:cNvSpPr>
          <p:nvPr>
            <p:ph type="body" idx="5"/>
          </p:nvPr>
        </p:nvSpPr>
        <p:spPr>
          <a:xfrm>
            <a:off x="5834103" y="3118434"/>
            <a:ext cx="3768284" cy="3204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E76F00"/>
              </a:buClr>
              <a:buSzPts val="1400"/>
              <a:buFont typeface="Times"/>
              <a:buNone/>
              <a:defRPr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097221" name="Google Shape;355;p39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10864245" y="438591"/>
            <a:ext cx="838805" cy="3569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356;p39"/>
          <p:cNvGrpSpPr/>
          <p:nvPr/>
        </p:nvGrpSpPr>
        <p:grpSpPr>
          <a:xfrm>
            <a:off x="-3" y="-1"/>
            <a:ext cx="1345128" cy="1343950"/>
            <a:chOff x="1872897" y="-1"/>
            <a:chExt cx="1345128" cy="1343950"/>
          </a:xfrm>
        </p:grpSpPr>
        <p:pic>
          <p:nvPicPr>
            <p:cNvPr id="2097222" name="Google Shape;357;p39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-112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23" name="Google Shape;358;p39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276976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24" name="Google Shape;359;p39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25" name="Google Shape;360;p39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447551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26" name="Google Shape;361;p39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1873012" y="447538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27" name="Google Shape;362;p39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895689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8644" name="Google Shape;363;p39"/>
          <p:cNvSpPr txBox="1"/>
          <p:nvPr/>
        </p:nvSpPr>
        <p:spPr>
          <a:xfrm>
            <a:off x="4999358" y="6547589"/>
            <a:ext cx="2193300" cy="3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HIGHLY CONFIDENTIAL ©2024 PT KAI (PERSERO)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228" name="Google Shape;364;p39"/>
          <p:cNvPicPr preferRelativeResize="0">
            <a:picLocks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1524" y="4767652"/>
            <a:ext cx="2093225" cy="2093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Blank">
  <p:cSld name="8_Blank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366;p40"/>
          <p:cNvSpPr/>
          <p:nvPr/>
        </p:nvSpPr>
        <p:spPr>
          <a:xfrm>
            <a:off x="0" y="0"/>
            <a:ext cx="12198844" cy="6861483"/>
          </a:xfrm>
          <a:prstGeom prst="rect">
            <a:avLst/>
          </a:prstGeom>
          <a:solidFill>
            <a:srgbClr val="E7E8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4" name="Google Shape;367;p40"/>
          <p:cNvSpPr>
            <a:spLocks noGrp="1"/>
          </p:cNvSpPr>
          <p:nvPr>
            <p:ph type="pic" idx="2"/>
          </p:nvPr>
        </p:nvSpPr>
        <p:spPr>
          <a:xfrm>
            <a:off x="5511800" y="0"/>
            <a:ext cx="6680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35" name="Google Shape;368;p40"/>
          <p:cNvSpPr txBox="1">
            <a:spLocks noGrp="1"/>
          </p:cNvSpPr>
          <p:nvPr>
            <p:ph type="body" idx="1"/>
          </p:nvPr>
        </p:nvSpPr>
        <p:spPr>
          <a:xfrm>
            <a:off x="1440000" y="1433161"/>
            <a:ext cx="5888400" cy="4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36" name="Google Shape;369;p40"/>
          <p:cNvSpPr txBox="1">
            <a:spLocks noGrp="1"/>
          </p:cNvSpPr>
          <p:nvPr>
            <p:ph type="body" idx="3"/>
          </p:nvPr>
        </p:nvSpPr>
        <p:spPr>
          <a:xfrm>
            <a:off x="1440000" y="1920886"/>
            <a:ext cx="5888400" cy="2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D6B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097213" name="Google Shape;370;p40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10864245" y="438591"/>
            <a:ext cx="838805" cy="3569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371;p40"/>
          <p:cNvGrpSpPr/>
          <p:nvPr/>
        </p:nvGrpSpPr>
        <p:grpSpPr>
          <a:xfrm>
            <a:off x="-3" y="-1"/>
            <a:ext cx="1345128" cy="1343950"/>
            <a:chOff x="1872897" y="-1"/>
            <a:chExt cx="1345128" cy="1343950"/>
          </a:xfrm>
        </p:grpSpPr>
        <p:pic>
          <p:nvPicPr>
            <p:cNvPr id="2097214" name="Google Shape;372;p40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-112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15" name="Google Shape;373;p40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276976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16" name="Google Shape;374;p40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-111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17" name="Google Shape;375;p40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2321387" y="447551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18" name="Google Shape;376;p40"/>
            <p:cNvPicPr preferRelativeResize="0">
              <a:picLocks/>
            </p:cNvPicPr>
            <p:nvPr/>
          </p:nvPicPr>
          <p:blipFill>
            <a:blip r:embed="rId3">
              <a:alphaModFix amt="9000"/>
            </a:blip>
            <a:stretch>
              <a:fillRect/>
            </a:stretch>
          </p:blipFill>
          <p:spPr>
            <a:xfrm rot="5400000">
              <a:off x="1873012" y="447538"/>
              <a:ext cx="448150" cy="44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19" name="Google Shape;377;p40"/>
            <p:cNvPicPr preferRelativeResize="0">
              <a:picLocks/>
            </p:cNvPicPr>
            <p:nvPr/>
          </p:nvPicPr>
          <p:blipFill>
            <a:blip r:embed="rId4">
              <a:alphaModFix amt="9000"/>
            </a:blip>
            <a:stretch>
              <a:fillRect/>
            </a:stretch>
          </p:blipFill>
          <p:spPr>
            <a:xfrm rot="5400000">
              <a:off x="1873017" y="895689"/>
              <a:ext cx="448150" cy="448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8637" name="Google Shape;378;p40"/>
          <p:cNvSpPr txBox="1"/>
          <p:nvPr/>
        </p:nvSpPr>
        <p:spPr>
          <a:xfrm>
            <a:off x="4999358" y="6547589"/>
            <a:ext cx="2193300" cy="3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HIGHLY CONFIDENTIAL ©2024 PT KAI (PERSERO)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220" name="Google Shape;379;p40"/>
          <p:cNvPicPr preferRelativeResize="0">
            <a:picLocks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1524" y="4767652"/>
            <a:ext cx="2093225" cy="2093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(White)">
  <p:cSld name="Divider (White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/>
          <p:nvPr/>
        </p:nvSpPr>
        <p:spPr>
          <a:xfrm>
            <a:off x="1391227" y="6509194"/>
            <a:ext cx="28575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PT Kereta Api Indonesia (Persero)</a:t>
            </a:r>
            <a:endParaRPr sz="1867"/>
          </a:p>
        </p:txBody>
      </p:sp>
      <p:sp>
        <p:nvSpPr>
          <p:cNvPr id="33" name="Google Shape;33;p25"/>
          <p:cNvSpPr txBox="1">
            <a:spLocks noGrp="1"/>
          </p:cNvSpPr>
          <p:nvPr>
            <p:ph type="sldNum" idx="12"/>
          </p:nvPr>
        </p:nvSpPr>
        <p:spPr>
          <a:xfrm>
            <a:off x="850901" y="6436785"/>
            <a:ext cx="791633" cy="30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4" name="Google Shape;3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3915" y="726140"/>
            <a:ext cx="1096147" cy="461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713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8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27"/>
          <p:cNvGrpSpPr/>
          <p:nvPr/>
        </p:nvGrpSpPr>
        <p:grpSpPr>
          <a:xfrm>
            <a:off x="-1584" y="3620556"/>
            <a:ext cx="3240121" cy="3240348"/>
            <a:chOff x="-1309" y="-1569"/>
            <a:chExt cx="3240121" cy="3240348"/>
          </a:xfrm>
        </p:grpSpPr>
        <p:pic>
          <p:nvPicPr>
            <p:cNvPr id="104" name="Google Shape;104;p27"/>
            <p:cNvPicPr preferRelativeResize="0"/>
            <p:nvPr/>
          </p:nvPicPr>
          <p:blipFill rotWithShape="1">
            <a:blip r:embed="rId2">
              <a:alphaModFix amt="5000"/>
            </a:blip>
            <a:srcRect/>
            <a:stretch/>
          </p:blipFill>
          <p:spPr>
            <a:xfrm>
              <a:off x="-14" y="-1569"/>
              <a:ext cx="1078851" cy="1079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27"/>
            <p:cNvPicPr preferRelativeResize="0"/>
            <p:nvPr/>
          </p:nvPicPr>
          <p:blipFill rotWithShape="1">
            <a:blip r:embed="rId3">
              <a:alphaModFix amt="5000"/>
            </a:blip>
            <a:srcRect/>
            <a:stretch/>
          </p:blipFill>
          <p:spPr>
            <a:xfrm>
              <a:off x="1078966" y="1077832"/>
              <a:ext cx="1081425" cy="1081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27"/>
            <p:cNvPicPr preferRelativeResize="0"/>
            <p:nvPr/>
          </p:nvPicPr>
          <p:blipFill rotWithShape="1">
            <a:blip r:embed="rId2">
              <a:alphaModFix amt="5000"/>
            </a:blip>
            <a:srcRect/>
            <a:stretch/>
          </p:blipFill>
          <p:spPr>
            <a:xfrm>
              <a:off x="2159961" y="2156906"/>
              <a:ext cx="1078851" cy="1079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27"/>
            <p:cNvPicPr preferRelativeResize="0"/>
            <p:nvPr/>
          </p:nvPicPr>
          <p:blipFill rotWithShape="1">
            <a:blip r:embed="rId3">
              <a:alphaModFix amt="5000"/>
            </a:blip>
            <a:srcRect/>
            <a:stretch/>
          </p:blipFill>
          <p:spPr>
            <a:xfrm>
              <a:off x="1078966" y="2155632"/>
              <a:ext cx="1081425" cy="1081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27"/>
            <p:cNvPicPr preferRelativeResize="0"/>
            <p:nvPr/>
          </p:nvPicPr>
          <p:blipFill rotWithShape="1">
            <a:blip r:embed="rId3">
              <a:alphaModFix amt="5000"/>
            </a:blip>
            <a:srcRect/>
            <a:stretch/>
          </p:blipFill>
          <p:spPr>
            <a:xfrm>
              <a:off x="-1309" y="1078407"/>
              <a:ext cx="1081425" cy="1081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27"/>
            <p:cNvPicPr preferRelativeResize="0"/>
            <p:nvPr/>
          </p:nvPicPr>
          <p:blipFill rotWithShape="1">
            <a:blip r:embed="rId2">
              <a:alphaModFix amt="5000"/>
            </a:blip>
            <a:srcRect/>
            <a:stretch/>
          </p:blipFill>
          <p:spPr>
            <a:xfrm>
              <a:off x="-26" y="2159381"/>
              <a:ext cx="1078851" cy="10793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" name="Google Shape;11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4245" y="438591"/>
            <a:ext cx="838805" cy="3569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27"/>
          <p:cNvGrpSpPr/>
          <p:nvPr/>
        </p:nvGrpSpPr>
        <p:grpSpPr>
          <a:xfrm>
            <a:off x="9049799" y="-1788"/>
            <a:ext cx="3141926" cy="2364699"/>
            <a:chOff x="9049799" y="-1788"/>
            <a:chExt cx="3141926" cy="2364699"/>
          </a:xfrm>
        </p:grpSpPr>
        <p:pic>
          <p:nvPicPr>
            <p:cNvPr id="112" name="Google Shape;112;p27"/>
            <p:cNvPicPr preferRelativeResize="0"/>
            <p:nvPr/>
          </p:nvPicPr>
          <p:blipFill rotWithShape="1">
            <a:blip r:embed="rId2">
              <a:alphaModFix amt="5000"/>
            </a:blip>
            <a:srcRect/>
            <a:stretch/>
          </p:blipFill>
          <p:spPr>
            <a:xfrm rot="10800000">
              <a:off x="10620974" y="1412"/>
              <a:ext cx="784375" cy="784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27"/>
            <p:cNvPicPr preferRelativeResize="0"/>
            <p:nvPr/>
          </p:nvPicPr>
          <p:blipFill rotWithShape="1">
            <a:blip r:embed="rId3">
              <a:alphaModFix amt="5000"/>
            </a:blip>
            <a:srcRect/>
            <a:stretch/>
          </p:blipFill>
          <p:spPr>
            <a:xfrm rot="10800000">
              <a:off x="11405749" y="-1788"/>
              <a:ext cx="785976" cy="786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27"/>
            <p:cNvPicPr preferRelativeResize="0"/>
            <p:nvPr/>
          </p:nvPicPr>
          <p:blipFill rotWithShape="1">
            <a:blip r:embed="rId2">
              <a:alphaModFix amt="5000"/>
            </a:blip>
            <a:srcRect/>
            <a:stretch/>
          </p:blipFill>
          <p:spPr>
            <a:xfrm rot="10800000">
              <a:off x="9049799" y="3025"/>
              <a:ext cx="784375" cy="784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27"/>
            <p:cNvPicPr preferRelativeResize="0"/>
            <p:nvPr/>
          </p:nvPicPr>
          <p:blipFill rotWithShape="1">
            <a:blip r:embed="rId3">
              <a:alphaModFix amt="5000"/>
            </a:blip>
            <a:srcRect/>
            <a:stretch/>
          </p:blipFill>
          <p:spPr>
            <a:xfrm rot="10800000">
              <a:off x="9834574" y="-175"/>
              <a:ext cx="785976" cy="786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27"/>
            <p:cNvPicPr preferRelativeResize="0"/>
            <p:nvPr/>
          </p:nvPicPr>
          <p:blipFill rotWithShape="1">
            <a:blip r:embed="rId2">
              <a:alphaModFix amt="5000"/>
            </a:blip>
            <a:srcRect/>
            <a:stretch/>
          </p:blipFill>
          <p:spPr>
            <a:xfrm rot="10800000">
              <a:off x="9834599" y="788962"/>
              <a:ext cx="784375" cy="784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27"/>
            <p:cNvPicPr preferRelativeResize="0"/>
            <p:nvPr/>
          </p:nvPicPr>
          <p:blipFill rotWithShape="1">
            <a:blip r:embed="rId3">
              <a:alphaModFix amt="5000"/>
            </a:blip>
            <a:srcRect/>
            <a:stretch/>
          </p:blipFill>
          <p:spPr>
            <a:xfrm rot="10800000">
              <a:off x="10619374" y="785762"/>
              <a:ext cx="785976" cy="786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27"/>
            <p:cNvPicPr preferRelativeResize="0"/>
            <p:nvPr/>
          </p:nvPicPr>
          <p:blipFill rotWithShape="1">
            <a:blip r:embed="rId3">
              <a:alphaModFix amt="5000"/>
            </a:blip>
            <a:srcRect/>
            <a:stretch/>
          </p:blipFill>
          <p:spPr>
            <a:xfrm rot="10800000">
              <a:off x="11405749" y="788175"/>
              <a:ext cx="785976" cy="786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27"/>
            <p:cNvPicPr preferRelativeResize="0"/>
            <p:nvPr/>
          </p:nvPicPr>
          <p:blipFill rotWithShape="1">
            <a:blip r:embed="rId2">
              <a:alphaModFix amt="5000"/>
            </a:blip>
            <a:srcRect/>
            <a:stretch/>
          </p:blipFill>
          <p:spPr>
            <a:xfrm rot="10800000">
              <a:off x="11406561" y="1578112"/>
              <a:ext cx="784375" cy="784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27"/>
          <p:cNvSpPr txBox="1"/>
          <p:nvPr/>
        </p:nvSpPr>
        <p:spPr>
          <a:xfrm>
            <a:off x="423375" y="6515975"/>
            <a:ext cx="2728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HIGHLY CONFIDENTIAL ©2024 PT KAI (PERSERO)</a:t>
            </a:r>
            <a:endParaRPr sz="900" b="0" i="0" u="none" strike="noStrike" cap="non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01524" y="4767652"/>
            <a:ext cx="2093225" cy="209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7"/>
          <p:cNvSpPr txBox="1">
            <a:spLocks noGrp="1"/>
          </p:cNvSpPr>
          <p:nvPr>
            <p:ph type="body" idx="1"/>
          </p:nvPr>
        </p:nvSpPr>
        <p:spPr>
          <a:xfrm>
            <a:off x="7008825" y="4724200"/>
            <a:ext cx="51849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2"/>
          </p:nvPr>
        </p:nvSpPr>
        <p:spPr>
          <a:xfrm>
            <a:off x="6989046" y="5317005"/>
            <a:ext cx="51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6B23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D6B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377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1B087B-5A07-4D09-8279-2DAC68585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8CCC6-A282-2D63-B6EC-D7A4652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59B63-9F97-A9F4-1842-6AC1E095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F294F2-40FE-40D9-917B-612D239BC4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298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3" r:id="rId10"/>
    <p:sldLayoutId id="214748366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2.jpg"/><Relationship Id="rId7" Type="http://schemas.openxmlformats.org/officeDocument/2006/relationships/hyperlink" Target="https://www.piqsels.com/id/public-domain-photo-zbzr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hyperlink" Target="https://pxhere.com/id/photo/9905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"/>
          <p:cNvPicPr preferRelativeResize="0"/>
          <p:nvPr/>
        </p:nvPicPr>
        <p:blipFill rotWithShape="1">
          <a:blip r:embed="rId3">
            <a:alphaModFix/>
          </a:blip>
          <a:srcRect l="4220" t="225" r="40030" b="5540"/>
          <a:stretch/>
        </p:blipFill>
        <p:spPr>
          <a:xfrm>
            <a:off x="6126144" y="16329"/>
            <a:ext cx="6071173" cy="684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3482135" y="1859492"/>
            <a:ext cx="6865038" cy="45499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"/>
          <p:cNvSpPr/>
          <p:nvPr/>
        </p:nvSpPr>
        <p:spPr>
          <a:xfrm>
            <a:off x="626988" y="505949"/>
            <a:ext cx="1626027" cy="428101"/>
          </a:xfrm>
          <a:custGeom>
            <a:avLst/>
            <a:gdLst/>
            <a:ahLst/>
            <a:cxnLst/>
            <a:rect l="l" t="t" r="r" b="b"/>
            <a:pathLst>
              <a:path w="3252054" h="856202" extrusionOk="0">
                <a:moveTo>
                  <a:pt x="0" y="0"/>
                </a:moveTo>
                <a:lnTo>
                  <a:pt x="3252054" y="0"/>
                </a:lnTo>
                <a:lnTo>
                  <a:pt x="3252054" y="856202"/>
                </a:lnTo>
                <a:lnTo>
                  <a:pt x="0" y="856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1" name="Google Shape;141;p1"/>
          <p:cNvGrpSpPr/>
          <p:nvPr/>
        </p:nvGrpSpPr>
        <p:grpSpPr>
          <a:xfrm>
            <a:off x="10614139" y="551281"/>
            <a:ext cx="955667" cy="402844"/>
            <a:chOff x="63517" y="63500"/>
            <a:chExt cx="1911333" cy="805688"/>
          </a:xfrm>
        </p:grpSpPr>
        <p:sp>
          <p:nvSpPr>
            <p:cNvPr id="142" name="Google Shape;142;p1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0" y="1476074"/>
            <a:ext cx="6071174" cy="2448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404"/>
              </a:lnSpc>
            </a:pPr>
            <a:r>
              <a:rPr lang="en-US" sz="3600" b="1" dirty="0"/>
              <a:t>Daily Safety Awareness </a:t>
            </a:r>
          </a:p>
          <a:p>
            <a:pPr algn="ctr">
              <a:lnSpc>
                <a:spcPct val="121404"/>
              </a:lnSpc>
            </a:pPr>
            <a:r>
              <a:rPr lang="en-US" sz="3600" b="1" dirty="0"/>
              <a:t>(D-Safe) </a:t>
            </a:r>
          </a:p>
          <a:p>
            <a:pPr algn="ctr"/>
            <a:r>
              <a:rPr lang="en-ID" sz="3600"/>
              <a:t>{{UPT}}</a:t>
            </a:r>
          </a:p>
          <a:p>
            <a:pPr algn="ctr"/>
            <a:r>
              <a:rPr lang="en-ID" sz="3600"/>
              <a:t>{{DAOP}}</a:t>
            </a:r>
            <a:endParaRPr sz="3600" dirty="0"/>
          </a:p>
        </p:txBody>
      </p:sp>
      <p:sp>
        <p:nvSpPr>
          <p:cNvPr id="146" name="Google Shape;146;p1"/>
          <p:cNvSpPr txBox="1"/>
          <p:nvPr/>
        </p:nvSpPr>
        <p:spPr>
          <a:xfrm>
            <a:off x="142423" y="6461938"/>
            <a:ext cx="3754022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50" b="1" dirty="0"/>
              <a:t>PT. </a:t>
            </a:r>
            <a:r>
              <a:rPr lang="en-US" sz="1650" b="1" dirty="0" err="1"/>
              <a:t>Kereta</a:t>
            </a:r>
            <a:r>
              <a:rPr lang="en-US" sz="1650" b="1" dirty="0"/>
              <a:t> </a:t>
            </a:r>
            <a:r>
              <a:rPr lang="en-US" sz="1650" b="1" dirty="0" err="1"/>
              <a:t>Api</a:t>
            </a:r>
            <a:r>
              <a:rPr lang="en-US" sz="1650" b="1" dirty="0"/>
              <a:t> Indonesia (Persero)</a:t>
            </a:r>
            <a:endParaRPr sz="700" b="1" dirty="0"/>
          </a:p>
        </p:txBody>
      </p:sp>
      <p:sp>
        <p:nvSpPr>
          <p:cNvPr id="147" name="Google Shape;147;p1"/>
          <p:cNvSpPr txBox="1"/>
          <p:nvPr/>
        </p:nvSpPr>
        <p:spPr>
          <a:xfrm>
            <a:off x="0" y="5500243"/>
            <a:ext cx="52412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200" b="1" err="1"/>
              <a:t>Periode</a:t>
            </a:r>
            <a:r>
              <a:rPr lang="en-US" sz="2200"/>
              <a:t> </a:t>
            </a:r>
            <a:r>
              <a:rPr lang="en-ID" sz="2400"/>
              <a:t>{{BULAN_TAHUN}}</a:t>
            </a:r>
            <a:endParaRPr sz="700" dirty="0"/>
          </a:p>
        </p:txBody>
      </p:sp>
      <p:pic>
        <p:nvPicPr>
          <p:cNvPr id="148" name="Google Shape;148;p1"/>
          <p:cNvPicPr preferRelativeResize="0"/>
          <p:nvPr/>
        </p:nvPicPr>
        <p:blipFill rotWithShape="1">
          <a:blip r:embed="rId6">
            <a:alphaModFix/>
          </a:blip>
          <a:srcRect t="33333" b="35719"/>
          <a:stretch/>
        </p:blipFill>
        <p:spPr>
          <a:xfrm>
            <a:off x="7180775" y="485125"/>
            <a:ext cx="1517937" cy="469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-255374"/>
            <a:ext cx="12190815" cy="7113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3"/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174" name="Google Shape;174;p3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sp>
        <p:nvSpPr>
          <p:cNvPr id="177" name="Google Shape;177;p3"/>
          <p:cNvSpPr/>
          <p:nvPr/>
        </p:nvSpPr>
        <p:spPr>
          <a:xfrm>
            <a:off x="615845" y="524955"/>
            <a:ext cx="1662390" cy="415322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"/>
          <p:cNvSpPr/>
          <p:nvPr/>
        </p:nvSpPr>
        <p:spPr>
          <a:xfrm>
            <a:off x="626988" y="505949"/>
            <a:ext cx="1626027" cy="428101"/>
          </a:xfrm>
          <a:custGeom>
            <a:avLst/>
            <a:gdLst/>
            <a:ahLst/>
            <a:cxnLst/>
            <a:rect l="l" t="t" r="r" b="b"/>
            <a:pathLst>
              <a:path w="3252054" h="856202" extrusionOk="0">
                <a:moveTo>
                  <a:pt x="0" y="0"/>
                </a:moveTo>
                <a:lnTo>
                  <a:pt x="3252054" y="0"/>
                </a:lnTo>
                <a:lnTo>
                  <a:pt x="3252054" y="856202"/>
                </a:lnTo>
                <a:lnTo>
                  <a:pt x="0" y="856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" name="Google Shape;212;p3">
            <a:extLst>
              <a:ext uri="{FF2B5EF4-FFF2-40B4-BE49-F238E27FC236}">
                <a16:creationId xmlns:a16="http://schemas.microsoft.com/office/drawing/2014/main" id="{34CE7837-A9E7-02F0-92C4-FAEA45A656BD}"/>
              </a:ext>
            </a:extLst>
          </p:cNvPr>
          <p:cNvSpPr txBox="1"/>
          <p:nvPr/>
        </p:nvSpPr>
        <p:spPr>
          <a:xfrm>
            <a:off x="2447567" y="2694276"/>
            <a:ext cx="7679141" cy="123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ID" sz="5400" b="1"/>
              <a:t>STASIUN</a:t>
            </a:r>
            <a:r>
              <a:rPr lang="en-ID" sz="5400"/>
              <a:t> {{STASIUN}}</a:t>
            </a:r>
            <a:endParaRPr sz="5333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075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/>
          <p:nvPr/>
        </p:nvSpPr>
        <p:spPr>
          <a:xfrm>
            <a:off x="5899390" y="2634168"/>
            <a:ext cx="6332368" cy="4352544"/>
          </a:xfrm>
          <a:custGeom>
            <a:avLst/>
            <a:gdLst/>
            <a:ahLst/>
            <a:cxnLst/>
            <a:rect l="l" t="t" r="r" b="b"/>
            <a:pathLst>
              <a:path w="12664735" h="8705088" extrusionOk="0">
                <a:moveTo>
                  <a:pt x="0" y="0"/>
                </a:moveTo>
                <a:lnTo>
                  <a:pt x="12664735" y="0"/>
                </a:lnTo>
                <a:lnTo>
                  <a:pt x="12664735" y="8705088"/>
                </a:lnTo>
                <a:lnTo>
                  <a:pt x="0" y="8705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6038" r="-137964" b="-1912"/>
            </a:stretch>
          </a:blipFill>
          <a:ln>
            <a:noFill/>
          </a:ln>
        </p:spPr>
      </p:sp>
      <p:grpSp>
        <p:nvGrpSpPr>
          <p:cNvPr id="212" name="Google Shape;212;p5"/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213" name="Google Shape;213;p5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sp>
        <p:nvSpPr>
          <p:cNvPr id="29" name="Google Shape;268;p7">
            <a:extLst>
              <a:ext uri="{FF2B5EF4-FFF2-40B4-BE49-F238E27FC236}">
                <a16:creationId xmlns:a16="http://schemas.microsoft.com/office/drawing/2014/main" id="{1F815D9E-8084-96BC-B53A-FD321A829412}"/>
              </a:ext>
            </a:extLst>
          </p:cNvPr>
          <p:cNvSpPr txBox="1"/>
          <p:nvPr/>
        </p:nvSpPr>
        <p:spPr>
          <a:xfrm>
            <a:off x="-280439" y="373731"/>
            <a:ext cx="8671550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850" b="1" dirty="0">
                <a:solidFill>
                  <a:schemeClr val="tx1"/>
                </a:solidFill>
              </a:rPr>
              <a:t>Daily Safety Awareness </a:t>
            </a:r>
          </a:p>
          <a:p>
            <a:pPr algn="ctr"/>
            <a:r>
              <a:rPr lang="en-US" sz="3850" b="1" dirty="0">
                <a:solidFill>
                  <a:schemeClr val="tx1"/>
                </a:solidFill>
              </a:rPr>
              <a:t>(D-Safe)</a:t>
            </a:r>
            <a:endParaRPr sz="3850" b="1" dirty="0">
              <a:solidFill>
                <a:schemeClr val="tx1"/>
              </a:solidFill>
            </a:endParaRPr>
          </a:p>
        </p:txBody>
      </p:sp>
      <p:sp>
        <p:nvSpPr>
          <p:cNvPr id="30" name="Google Shape;1150;p10">
            <a:extLst>
              <a:ext uri="{FF2B5EF4-FFF2-40B4-BE49-F238E27FC236}">
                <a16:creationId xmlns:a16="http://schemas.microsoft.com/office/drawing/2014/main" id="{BE1A7F85-B276-EF60-54F7-B14ADB384EAD}"/>
              </a:ext>
            </a:extLst>
          </p:cNvPr>
          <p:cNvSpPr txBox="1">
            <a:spLocks/>
          </p:cNvSpPr>
          <p:nvPr/>
        </p:nvSpPr>
        <p:spPr>
          <a:xfrm>
            <a:off x="2230068" y="1903400"/>
            <a:ext cx="6483350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en-US" sz="1800" b="1" dirty="0">
                <a:solidFill>
                  <a:srgbClr val="FF0000"/>
                </a:solidFill>
              </a:rPr>
              <a:t>Satu Hari Satu Pasal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31" name="Google Shape;1157;p10">
            <a:extLst>
              <a:ext uri="{FF2B5EF4-FFF2-40B4-BE49-F238E27FC236}">
                <a16:creationId xmlns:a16="http://schemas.microsoft.com/office/drawing/2014/main" id="{38C1CD0E-A535-628E-918B-51009CC5AE3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 l="4467" r="4466"/>
          <a:stretch>
            <a:fillRect/>
          </a:stretch>
        </p:blipFill>
        <p:spPr>
          <a:xfrm>
            <a:off x="1272806" y="3813162"/>
            <a:ext cx="1041756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150;p10">
            <a:extLst>
              <a:ext uri="{FF2B5EF4-FFF2-40B4-BE49-F238E27FC236}">
                <a16:creationId xmlns:a16="http://schemas.microsoft.com/office/drawing/2014/main" id="{8F5C1635-670C-8C77-9E2D-904CCE7CF421}"/>
              </a:ext>
            </a:extLst>
          </p:cNvPr>
          <p:cNvSpPr txBox="1"/>
          <p:nvPr/>
        </p:nvSpPr>
        <p:spPr>
          <a:xfrm>
            <a:off x="2256960" y="2889521"/>
            <a:ext cx="6483350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E76F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3535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Cek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</a:rPr>
              <a:t>Emplasemen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 oleh KUPT</a:t>
            </a:r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" name="Google Shape;1150;p10">
            <a:extLst>
              <a:ext uri="{FF2B5EF4-FFF2-40B4-BE49-F238E27FC236}">
                <a16:creationId xmlns:a16="http://schemas.microsoft.com/office/drawing/2014/main" id="{28232787-499A-B8C9-4130-6502D88F08D0}"/>
              </a:ext>
            </a:extLst>
          </p:cNvPr>
          <p:cNvSpPr txBox="1"/>
          <p:nvPr/>
        </p:nvSpPr>
        <p:spPr>
          <a:xfrm>
            <a:off x="2256960" y="4965512"/>
            <a:ext cx="2451433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E76F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3535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18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Pantauan</a:t>
            </a: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CCTV</a:t>
            </a:r>
            <a:endParaRPr lang="en-US" sz="1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EBE8BEF-5C99-0765-462E-55C7413D9B64}"/>
              </a:ext>
            </a:extLst>
          </p:cNvPr>
          <p:cNvSpPr/>
          <p:nvPr/>
        </p:nvSpPr>
        <p:spPr>
          <a:xfrm>
            <a:off x="1394906" y="1978575"/>
            <a:ext cx="648667" cy="613516"/>
          </a:xfrm>
          <a:prstGeom prst="ellipse">
            <a:avLst/>
          </a:prstGeom>
          <a:blipFill>
            <a:blip r:embed="rId6">
              <a:extLs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DD3A840-BC45-4AB9-6482-280FA88147A0}"/>
              </a:ext>
            </a:extLst>
          </p:cNvPr>
          <p:cNvSpPr/>
          <p:nvPr/>
        </p:nvSpPr>
        <p:spPr>
          <a:xfrm>
            <a:off x="1397609" y="2926439"/>
            <a:ext cx="648667" cy="613516"/>
          </a:xfrm>
          <a:prstGeom prst="ellipse">
            <a:avLst/>
          </a:prstGeom>
          <a:blipFill>
            <a:blip r:embed="rId8">
              <a:extLs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8423626-2F88-C848-CABF-AA990EEED2AC}"/>
              </a:ext>
            </a:extLst>
          </p:cNvPr>
          <p:cNvSpPr/>
          <p:nvPr/>
        </p:nvSpPr>
        <p:spPr>
          <a:xfrm>
            <a:off x="1450324" y="5017834"/>
            <a:ext cx="648667" cy="613516"/>
          </a:xfrm>
          <a:prstGeom prst="ellipse">
            <a:avLst/>
          </a:prstGeom>
          <a:blipFill>
            <a:blip r:embed="rId8">
              <a:extLs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Google Shape;1150;p10">
            <a:extLst>
              <a:ext uri="{FF2B5EF4-FFF2-40B4-BE49-F238E27FC236}">
                <a16:creationId xmlns:a16="http://schemas.microsoft.com/office/drawing/2014/main" id="{A247779F-939A-3022-EA2E-0D1F90814AA9}"/>
              </a:ext>
            </a:extLst>
          </p:cNvPr>
          <p:cNvSpPr txBox="1"/>
          <p:nvPr/>
        </p:nvSpPr>
        <p:spPr>
          <a:xfrm>
            <a:off x="2314562" y="3881543"/>
            <a:ext cx="2550869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E76F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3535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b="1" dirty="0"/>
              <a:t> </a:t>
            </a:r>
            <a:r>
              <a:rPr lang="en-US" sz="1800" b="1" dirty="0" err="1">
                <a:solidFill>
                  <a:srgbClr val="00B050"/>
                </a:solidFill>
              </a:rPr>
              <a:t>Simulasi</a:t>
            </a:r>
            <a:r>
              <a:rPr lang="en-US" sz="1800" b="1" dirty="0">
                <a:solidFill>
                  <a:srgbClr val="00B050"/>
                </a:solidFill>
              </a:rPr>
              <a:t> </a:t>
            </a:r>
            <a:r>
              <a:rPr lang="en-US" sz="1800" b="1" dirty="0" err="1">
                <a:solidFill>
                  <a:srgbClr val="00B050"/>
                </a:solidFill>
              </a:rPr>
              <a:t>kondisi</a:t>
            </a:r>
            <a:r>
              <a:rPr lang="en-US" sz="1800" b="1" dirty="0">
                <a:solidFill>
                  <a:srgbClr val="00B050"/>
                </a:solidFill>
              </a:rPr>
              <a:t> darurat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051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4D00A9-5B8C-5AFE-6144-9C76EF69F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11" name="Google Shape;211;p3"/>
          <p:cNvSpPr txBox="1">
            <a:spLocks noGrp="1"/>
          </p:cNvSpPr>
          <p:nvPr>
            <p:ph type="sldNum" idx="12"/>
          </p:nvPr>
        </p:nvSpPr>
        <p:spPr>
          <a:xfrm>
            <a:off x="850901" y="6436785"/>
            <a:ext cx="791633" cy="30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fld id="{00000000-1234-1234-1234-123412341234}" type="slidenum">
              <a:rPr lang="en-US"/>
              <a:pPr/>
              <a:t>4</a:t>
            </a:fld>
            <a:endParaRPr/>
          </a:p>
        </p:txBody>
      </p:sp>
      <p:sp>
        <p:nvSpPr>
          <p:cNvPr id="212" name="Google Shape;212;p3"/>
          <p:cNvSpPr txBox="1"/>
          <p:nvPr/>
        </p:nvSpPr>
        <p:spPr>
          <a:xfrm>
            <a:off x="2365189" y="2195717"/>
            <a:ext cx="7679141" cy="123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333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Satu Hari Satu Pasal</a:t>
            </a:r>
            <a:endParaRPr sz="5333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 txBox="1"/>
          <p:nvPr/>
        </p:nvSpPr>
        <p:spPr>
          <a:xfrm>
            <a:off x="1517247" y="1600203"/>
            <a:ext cx="2069188" cy="339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8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67;p7">
            <a:extLst>
              <a:ext uri="{FF2B5EF4-FFF2-40B4-BE49-F238E27FC236}">
                <a16:creationId xmlns:a16="http://schemas.microsoft.com/office/drawing/2014/main" id="{4F6DD5B8-C0C2-4BBB-845D-8EB85AEC93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44078" y="528418"/>
            <a:ext cx="938322" cy="437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1329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C67418BE-2871-074A-F399-B744314C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">
            <a:extLst>
              <a:ext uri="{FF2B5EF4-FFF2-40B4-BE49-F238E27FC236}">
                <a16:creationId xmlns:a16="http://schemas.microsoft.com/office/drawing/2014/main" id="{8DC9D918-46D5-2E90-C67A-E5A2D5ED36D4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fld id="{00000000-1234-1234-1234-123412341234}" type="slidenum">
              <a:rPr lang="en-US"/>
              <a:pPr/>
              <a:t>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E48AEC-46E4-4C77-1877-16EFE2E16FB5}"/>
              </a:ext>
            </a:extLst>
          </p:cNvPr>
          <p:cNvSpPr txBox="1"/>
          <p:nvPr/>
        </p:nvSpPr>
        <p:spPr>
          <a:xfrm>
            <a:off x="113044" y="394471"/>
            <a:ext cx="7720045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Menulis</a:t>
            </a:r>
            <a:r>
              <a:rPr lang="en-US" sz="3600" b="1" u="sng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Satu Hari </a:t>
            </a:r>
            <a:r>
              <a:rPr lang="en-US" sz="36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Satu Pasal</a:t>
            </a:r>
            <a:endParaRPr lang="en-US" sz="3600" b="1" u="sng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oogle Shape;173;p3">
            <a:extLst>
              <a:ext uri="{FF2B5EF4-FFF2-40B4-BE49-F238E27FC236}">
                <a16:creationId xmlns:a16="http://schemas.microsoft.com/office/drawing/2014/main" id="{DD82586F-E4AD-0E52-3B7F-42F06DD06753}"/>
              </a:ext>
            </a:extLst>
          </p:cNvPr>
          <p:cNvGrpSpPr/>
          <p:nvPr/>
        </p:nvGrpSpPr>
        <p:grpSpPr>
          <a:xfrm>
            <a:off x="10614139" y="532450"/>
            <a:ext cx="955667" cy="402847"/>
            <a:chOff x="63517" y="63500"/>
            <a:chExt cx="1911333" cy="805688"/>
          </a:xfrm>
        </p:grpSpPr>
        <p:sp>
          <p:nvSpPr>
            <p:cNvPr id="10" name="Google Shape;174;p3">
              <a:extLst>
                <a:ext uri="{FF2B5EF4-FFF2-40B4-BE49-F238E27FC236}">
                  <a16:creationId xmlns:a16="http://schemas.microsoft.com/office/drawing/2014/main" id="{ACC88400-8EAE-1BBF-F2C6-6F966116E566}"/>
                </a:ext>
              </a:extLst>
            </p:cNvPr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2" name="Google Shape;175;p3">
              <a:extLst>
                <a:ext uri="{FF2B5EF4-FFF2-40B4-BE49-F238E27FC236}">
                  <a16:creationId xmlns:a16="http://schemas.microsoft.com/office/drawing/2014/main" id="{9AF688DC-410B-69FC-2898-8F7323F20ECC}"/>
                </a:ext>
              </a:extLst>
            </p:cNvPr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3" name="Google Shape;176;p3">
              <a:extLst>
                <a:ext uri="{FF2B5EF4-FFF2-40B4-BE49-F238E27FC236}">
                  <a16:creationId xmlns:a16="http://schemas.microsoft.com/office/drawing/2014/main" id="{7A3541A4-1CC3-D192-1D62-CCB8BF2F7810}"/>
                </a:ext>
              </a:extLst>
            </p:cNvPr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39A2F5-2FAC-1EF0-C2F1-4DE08963D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875102"/>
              </p:ext>
            </p:extLst>
          </p:nvPr>
        </p:nvGraphicFramePr>
        <p:xfrm>
          <a:off x="473999" y="1102912"/>
          <a:ext cx="11244001" cy="54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16">
                  <a:extLst>
                    <a:ext uri="{9D8B030D-6E8A-4147-A177-3AD203B41FA5}">
                      <a16:colId xmlns:a16="http://schemas.microsoft.com/office/drawing/2014/main" val="4281693371"/>
                    </a:ext>
                  </a:extLst>
                </a:gridCol>
                <a:gridCol w="1541532">
                  <a:extLst>
                    <a:ext uri="{9D8B030D-6E8A-4147-A177-3AD203B41FA5}">
                      <a16:colId xmlns:a16="http://schemas.microsoft.com/office/drawing/2014/main" val="1841588934"/>
                    </a:ext>
                  </a:extLst>
                </a:gridCol>
                <a:gridCol w="1495053">
                  <a:extLst>
                    <a:ext uri="{9D8B030D-6E8A-4147-A177-3AD203B41FA5}">
                      <a16:colId xmlns:a16="http://schemas.microsoft.com/office/drawing/2014/main" val="68018178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57195768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40585061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442296548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39204168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11133188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465819433"/>
                    </a:ext>
                  </a:extLst>
                </a:gridCol>
              </a:tblGrid>
              <a:tr h="6120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ucida Bright" panose="02040602050505020304" pitchFamily="18" charset="0"/>
                        </a:rPr>
                        <a:t>NO</a:t>
                      </a:r>
                      <a:endParaRPr lang="en-ID" sz="1600" dirty="0">
                        <a:latin typeface="Lucida Bright" panose="020406020505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ucida Bright" panose="02040602050505020304" pitchFamily="18" charset="0"/>
                        </a:rPr>
                        <a:t>Hari / </a:t>
                      </a:r>
                      <a:r>
                        <a:rPr lang="en-US" sz="1600" dirty="0" err="1">
                          <a:latin typeface="Lucida Bright" panose="02040602050505020304" pitchFamily="18" charset="0"/>
                        </a:rPr>
                        <a:t>Tanggal</a:t>
                      </a:r>
                      <a:endParaRPr lang="en-ID" sz="1600" dirty="0">
                        <a:latin typeface="Lucida Bright" panose="020406020505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ucida Bright" panose="02040602050505020304" pitchFamily="18" charset="0"/>
                        </a:rPr>
                        <a:t>Jabatan</a:t>
                      </a:r>
                      <a:endParaRPr lang="en-ID" sz="1600" dirty="0">
                        <a:latin typeface="Lucida Bright" panose="020406020505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ucida Bright" panose="02040602050505020304" pitchFamily="18" charset="0"/>
                        </a:rPr>
                        <a:t>Satu Hari Satu Pasal</a:t>
                      </a:r>
                      <a:endParaRPr lang="en-ID" sz="1600" dirty="0">
                        <a:latin typeface="Lucida Bright" panose="020406020505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ucida Bright" panose="02040602050505020304" pitchFamily="18" charset="0"/>
                        </a:rPr>
                        <a:t>Dokumentasi</a:t>
                      </a:r>
                      <a:endParaRPr lang="en-ID" sz="1600" dirty="0">
                        <a:latin typeface="Lucida Bright" panose="020406020505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968393"/>
                  </a:ext>
                </a:extLst>
              </a:tr>
              <a:tr h="612000"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chemeClr val="bg1"/>
                          </a:solidFill>
                          <a:latin typeface="Lucida Bright" panose="02040602050505020304" pitchFamily="18" charset="0"/>
                        </a:rPr>
                        <a:t>Dinas Pagi</a:t>
                      </a:r>
                      <a:endParaRPr lang="en-ID" sz="1500" b="1" dirty="0">
                        <a:solidFill>
                          <a:schemeClr val="bg1"/>
                        </a:solidFill>
                        <a:latin typeface="Lucida Bright" panose="02040602050505020304" pitchFamily="18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Lucida Bright" panose="02040602050505020304" pitchFamily="18" charset="0"/>
                        </a:rPr>
                        <a:t>Dinas Siang</a:t>
                      </a:r>
                      <a:endParaRPr lang="en-ID" sz="1500" b="1" dirty="0">
                        <a:solidFill>
                          <a:schemeClr val="bg1"/>
                        </a:solidFill>
                        <a:latin typeface="Lucida Bright" panose="02040602050505020304" pitchFamily="18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Lucida Bright" panose="02040602050505020304" pitchFamily="18" charset="0"/>
                        </a:rPr>
                        <a:t>Dinas Malam</a:t>
                      </a:r>
                      <a:endParaRPr lang="en-ID" sz="1500" b="1" dirty="0">
                        <a:solidFill>
                          <a:schemeClr val="bg1"/>
                        </a:solidFill>
                        <a:latin typeface="Lucida Bright" panose="02040602050505020304" pitchFamily="18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431177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ctr"/>
                      <a:r>
                        <a:rPr lang="en-ID" sz="1200" b="1"/>
                        <a:t>1</a:t>
                      </a:r>
                      <a:endParaRPr lang="en-ID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{{1.Hari_Tanggal}}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{{1.Jabatan}}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{{1.1Nama}}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{{1.2Nama}}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{{1.3Nama}}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/>
                        <a:t>{{1.1Pagi}}</a:t>
                      </a:r>
                      <a:endParaRPr lang="en-ID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/>
                        <a:t>{{1.2Siang}}</a:t>
                      </a:r>
                      <a:endParaRPr lang="en-ID" sz="12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{{1.3Malam}}</a:t>
                      </a:r>
                      <a:endParaRPr lang="en-ID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59373074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1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{{2.Hari_Tanggal}}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{{2.Jabatan}}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{{2.1Nama}}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{{2.2Nama}}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{{2.3Nama}}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/>
                        <a:t>{{2.1Pagi}}</a:t>
                      </a:r>
                      <a:endParaRPr lang="en-ID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/>
                        <a:t>{{2.2Siang}}</a:t>
                      </a:r>
                      <a:endParaRPr lang="en-ID" sz="12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{{2.3Malam}}</a:t>
                      </a:r>
                      <a:endParaRPr lang="en-ID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23755599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1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{{3.Hari_Tanggal}}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{{3.Jabatan}}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{{3.1Nama}}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{{3.2Nama}}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b="0"/>
                        <a:t>{{3.3Nama}}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/>
                        <a:t>{{3.1Pagi}}</a:t>
                      </a:r>
                      <a:endParaRPr lang="en-ID" sz="1200" b="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/>
                        <a:t>{{3.2Siang}}</a:t>
                      </a:r>
                      <a:endParaRPr lang="en-ID" sz="1200" b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{{3.3Malam}}</a:t>
                      </a:r>
                      <a:endParaRPr lang="en-ID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57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315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4D00A9-5B8C-5AFE-6144-9C76EF69F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11" name="Google Shape;211;p3"/>
          <p:cNvSpPr txBox="1">
            <a:spLocks noGrp="1"/>
          </p:cNvSpPr>
          <p:nvPr>
            <p:ph type="sldNum" idx="12"/>
          </p:nvPr>
        </p:nvSpPr>
        <p:spPr>
          <a:xfrm>
            <a:off x="850901" y="6436785"/>
            <a:ext cx="791633" cy="30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fld id="{00000000-1234-1234-1234-123412341234}" type="slidenum">
              <a:rPr lang="en-US"/>
              <a:pPr/>
              <a:t>6</a:t>
            </a:fld>
            <a:endParaRPr/>
          </a:p>
        </p:txBody>
      </p:sp>
      <p:pic>
        <p:nvPicPr>
          <p:cNvPr id="8" name="Google Shape;267;p7">
            <a:extLst>
              <a:ext uri="{FF2B5EF4-FFF2-40B4-BE49-F238E27FC236}">
                <a16:creationId xmlns:a16="http://schemas.microsoft.com/office/drawing/2014/main" id="{4F6DD5B8-C0C2-4BBB-845D-8EB85AEC93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44078" y="528418"/>
            <a:ext cx="938322" cy="4377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2;p3">
            <a:extLst>
              <a:ext uri="{FF2B5EF4-FFF2-40B4-BE49-F238E27FC236}">
                <a16:creationId xmlns:a16="http://schemas.microsoft.com/office/drawing/2014/main" id="{ED404BF1-2215-42E1-C2F7-235A6C29A68C}"/>
              </a:ext>
            </a:extLst>
          </p:cNvPr>
          <p:cNvSpPr txBox="1"/>
          <p:nvPr/>
        </p:nvSpPr>
        <p:spPr>
          <a:xfrm>
            <a:off x="3677622" y="2284807"/>
            <a:ext cx="7679141" cy="123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333" b="1" dirty="0">
                <a:solidFill>
                  <a:srgbClr val="EA6B25"/>
                </a:solidFill>
                <a:latin typeface="Calibri"/>
                <a:ea typeface="Calibri"/>
                <a:cs typeface="Calibri"/>
                <a:sym typeface="Calibri"/>
              </a:rPr>
              <a:t>Cek </a:t>
            </a:r>
            <a:r>
              <a:rPr lang="en-US" sz="5333" b="1" dirty="0" err="1">
                <a:solidFill>
                  <a:srgbClr val="EA6B25"/>
                </a:solidFill>
                <a:latin typeface="Calibri"/>
                <a:ea typeface="Calibri"/>
                <a:cs typeface="Calibri"/>
                <a:sym typeface="Calibri"/>
              </a:rPr>
              <a:t>Emplasemen</a:t>
            </a:r>
            <a:r>
              <a:rPr lang="en-US" sz="5333" b="1" dirty="0">
                <a:solidFill>
                  <a:srgbClr val="EA6B25"/>
                </a:solidFill>
                <a:latin typeface="Calibri"/>
                <a:ea typeface="Calibri"/>
                <a:cs typeface="Calibri"/>
                <a:sym typeface="Calibri"/>
              </a:rPr>
              <a:t> Oleh KS</a:t>
            </a:r>
            <a:endParaRPr sz="5333" b="1" dirty="0">
              <a:solidFill>
                <a:srgbClr val="EA6B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3;p3">
            <a:extLst>
              <a:ext uri="{FF2B5EF4-FFF2-40B4-BE49-F238E27FC236}">
                <a16:creationId xmlns:a16="http://schemas.microsoft.com/office/drawing/2014/main" id="{F05488C5-45A0-A363-5CF9-22AFB5409274}"/>
              </a:ext>
            </a:extLst>
          </p:cNvPr>
          <p:cNvSpPr txBox="1"/>
          <p:nvPr/>
        </p:nvSpPr>
        <p:spPr>
          <a:xfrm>
            <a:off x="1246717" y="1323134"/>
            <a:ext cx="3347033" cy="3697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800" b="1" dirty="0">
                <a:solidFill>
                  <a:srgbClr val="EA6B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800" b="1" dirty="0">
              <a:solidFill>
                <a:srgbClr val="EA6B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7567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">
            <a:extLst>
              <a:ext uri="{FF2B5EF4-FFF2-40B4-BE49-F238E27FC236}">
                <a16:creationId xmlns:a16="http://schemas.microsoft.com/office/drawing/2014/main" id="{D2EAE6ED-910E-F178-73FB-6B621B237331}"/>
              </a:ext>
            </a:extLst>
          </p:cNvPr>
          <p:cNvSpPr txBox="1"/>
          <p:nvPr/>
        </p:nvSpPr>
        <p:spPr>
          <a:xfrm>
            <a:off x="1" y="0"/>
            <a:ext cx="4976734" cy="123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u="sng" dirty="0">
                <a:solidFill>
                  <a:srgbClr val="E86A25"/>
                </a:solidFill>
                <a:latin typeface="Calibri"/>
                <a:ea typeface="Calibri"/>
                <a:cs typeface="Calibri"/>
                <a:sym typeface="Calibri"/>
              </a:rPr>
              <a:t>Cek </a:t>
            </a:r>
            <a:r>
              <a:rPr lang="en-US" sz="4400" b="1" u="sng" dirty="0" err="1">
                <a:solidFill>
                  <a:srgbClr val="E86A25"/>
                </a:solidFill>
                <a:latin typeface="Calibri"/>
                <a:ea typeface="Calibri"/>
                <a:cs typeface="Calibri"/>
                <a:sym typeface="Calibri"/>
              </a:rPr>
              <a:t>Emplasemen</a:t>
            </a:r>
            <a:endParaRPr sz="4400" b="1" u="sng" dirty="0">
              <a:solidFill>
                <a:srgbClr val="E86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173;p3">
            <a:extLst>
              <a:ext uri="{FF2B5EF4-FFF2-40B4-BE49-F238E27FC236}">
                <a16:creationId xmlns:a16="http://schemas.microsoft.com/office/drawing/2014/main" id="{0E937F4C-C629-2091-6E9C-E8D2ABFF1ED2}"/>
              </a:ext>
            </a:extLst>
          </p:cNvPr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6" name="Google Shape;174;p3">
              <a:extLst>
                <a:ext uri="{FF2B5EF4-FFF2-40B4-BE49-F238E27FC236}">
                  <a16:creationId xmlns:a16="http://schemas.microsoft.com/office/drawing/2014/main" id="{ECDF7855-5E79-8B4B-72A4-2CE99CB78E55}"/>
                </a:ext>
              </a:extLst>
            </p:cNvPr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7" name="Google Shape;175;p3">
              <a:extLst>
                <a:ext uri="{FF2B5EF4-FFF2-40B4-BE49-F238E27FC236}">
                  <a16:creationId xmlns:a16="http://schemas.microsoft.com/office/drawing/2014/main" id="{9084C731-21A6-0898-1878-4921EF85B8AB}"/>
                </a:ext>
              </a:extLst>
            </p:cNvPr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8" name="Google Shape;176;p3">
              <a:extLst>
                <a:ext uri="{FF2B5EF4-FFF2-40B4-BE49-F238E27FC236}">
                  <a16:creationId xmlns:a16="http://schemas.microsoft.com/office/drawing/2014/main" id="{8F6DBAF5-170A-8649-8B71-63567300F01E}"/>
                </a:ext>
              </a:extLst>
            </p:cNvPr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4B3EEC6-8CEB-AACD-55A7-CCABECDA09EB}"/>
              </a:ext>
            </a:extLst>
          </p:cNvPr>
          <p:cNvSpPr/>
          <p:nvPr/>
        </p:nvSpPr>
        <p:spPr>
          <a:xfrm>
            <a:off x="342798" y="1570163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{{Foto1}}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EAB59D-BB53-2B6B-AB7D-0F7B106DBCF1}"/>
              </a:ext>
            </a:extLst>
          </p:cNvPr>
          <p:cNvSpPr/>
          <p:nvPr/>
        </p:nvSpPr>
        <p:spPr>
          <a:xfrm>
            <a:off x="3216627" y="1570163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{{Foto2}}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0EA32E-C5FE-18B8-553B-38598314C0E9}"/>
              </a:ext>
            </a:extLst>
          </p:cNvPr>
          <p:cNvSpPr/>
          <p:nvPr/>
        </p:nvSpPr>
        <p:spPr>
          <a:xfrm>
            <a:off x="6090456" y="1570163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{{Foto3}}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A204D7-BFF2-2A23-E2A8-03ADDA0B3549}"/>
              </a:ext>
            </a:extLst>
          </p:cNvPr>
          <p:cNvSpPr/>
          <p:nvPr/>
        </p:nvSpPr>
        <p:spPr>
          <a:xfrm>
            <a:off x="8964285" y="1570163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{{Foto4}}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58B4D5-A6D4-11CC-4226-DCC36F85DFDA}"/>
              </a:ext>
            </a:extLst>
          </p:cNvPr>
          <p:cNvSpPr/>
          <p:nvPr/>
        </p:nvSpPr>
        <p:spPr>
          <a:xfrm>
            <a:off x="334924" y="4272817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{{Foto5}}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4B4BBB-6838-A30D-A841-0A751B81C01E}"/>
              </a:ext>
            </a:extLst>
          </p:cNvPr>
          <p:cNvSpPr/>
          <p:nvPr/>
        </p:nvSpPr>
        <p:spPr>
          <a:xfrm>
            <a:off x="3208753" y="4272817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{{Foto6}}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FF48F-7B15-047D-9FC7-E6F563053384}"/>
              </a:ext>
            </a:extLst>
          </p:cNvPr>
          <p:cNvSpPr/>
          <p:nvPr/>
        </p:nvSpPr>
        <p:spPr>
          <a:xfrm>
            <a:off x="6082582" y="4272817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{{Foto7}}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4AE181-F339-5723-BE76-7F9C1556519A}"/>
              </a:ext>
            </a:extLst>
          </p:cNvPr>
          <p:cNvSpPr/>
          <p:nvPr/>
        </p:nvSpPr>
        <p:spPr>
          <a:xfrm>
            <a:off x="8956411" y="4272817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{{Foto8}}</a:t>
            </a:r>
          </a:p>
        </p:txBody>
      </p:sp>
    </p:spTree>
    <p:extLst>
      <p:ext uri="{BB962C8B-B14F-4D97-AF65-F5344CB8AC3E}">
        <p14:creationId xmlns:p14="http://schemas.microsoft.com/office/powerpoint/2010/main" val="3688804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4D00A9-5B8C-5AFE-6144-9C76EF69F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11" name="Google Shape;211;p3"/>
          <p:cNvSpPr txBox="1">
            <a:spLocks noGrp="1"/>
          </p:cNvSpPr>
          <p:nvPr>
            <p:ph type="sldNum" idx="12"/>
          </p:nvPr>
        </p:nvSpPr>
        <p:spPr>
          <a:xfrm>
            <a:off x="850901" y="6436785"/>
            <a:ext cx="791633" cy="30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fld id="{00000000-1234-1234-1234-123412341234}" type="slidenum">
              <a:rPr lang="en-US"/>
              <a:pPr/>
              <a:t>8</a:t>
            </a:fld>
            <a:endParaRPr/>
          </a:p>
        </p:txBody>
      </p:sp>
      <p:pic>
        <p:nvPicPr>
          <p:cNvPr id="8" name="Google Shape;267;p7">
            <a:extLst>
              <a:ext uri="{FF2B5EF4-FFF2-40B4-BE49-F238E27FC236}">
                <a16:creationId xmlns:a16="http://schemas.microsoft.com/office/drawing/2014/main" id="{4F6DD5B8-C0C2-4BBB-845D-8EB85AEC93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44078" y="528418"/>
            <a:ext cx="938322" cy="437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12;p3">
            <a:extLst>
              <a:ext uri="{FF2B5EF4-FFF2-40B4-BE49-F238E27FC236}">
                <a16:creationId xmlns:a16="http://schemas.microsoft.com/office/drawing/2014/main" id="{F049A2CE-8DFB-D648-1D8B-B5113E15A707}"/>
              </a:ext>
            </a:extLst>
          </p:cNvPr>
          <p:cNvSpPr txBox="1"/>
          <p:nvPr/>
        </p:nvSpPr>
        <p:spPr>
          <a:xfrm>
            <a:off x="3446508" y="2646984"/>
            <a:ext cx="7679141" cy="123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333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Simulasi </a:t>
            </a:r>
            <a:r>
              <a:rPr lang="en-US" sz="5333" b="1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Kondisi</a:t>
            </a:r>
            <a:r>
              <a:rPr lang="en-US" sz="5333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333" b="1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Darurat</a:t>
            </a:r>
            <a:endParaRPr sz="5333" b="1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13;p3">
            <a:extLst>
              <a:ext uri="{FF2B5EF4-FFF2-40B4-BE49-F238E27FC236}">
                <a16:creationId xmlns:a16="http://schemas.microsoft.com/office/drawing/2014/main" id="{AFA785A7-AC77-41F6-2A18-E158A80C5D48}"/>
              </a:ext>
            </a:extLst>
          </p:cNvPr>
          <p:cNvSpPr txBox="1"/>
          <p:nvPr/>
        </p:nvSpPr>
        <p:spPr>
          <a:xfrm>
            <a:off x="1351744" y="1904046"/>
            <a:ext cx="3347033" cy="3697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8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800" b="1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991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FE690E-F126-A47E-AA45-87B422292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717007"/>
              </p:ext>
            </p:extLst>
          </p:nvPr>
        </p:nvGraphicFramePr>
        <p:xfrm>
          <a:off x="874848" y="1060807"/>
          <a:ext cx="9864935" cy="5544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924">
                  <a:extLst>
                    <a:ext uri="{9D8B030D-6E8A-4147-A177-3AD203B41FA5}">
                      <a16:colId xmlns:a16="http://schemas.microsoft.com/office/drawing/2014/main" val="1654615004"/>
                    </a:ext>
                  </a:extLst>
                </a:gridCol>
                <a:gridCol w="1717313">
                  <a:extLst>
                    <a:ext uri="{9D8B030D-6E8A-4147-A177-3AD203B41FA5}">
                      <a16:colId xmlns:a16="http://schemas.microsoft.com/office/drawing/2014/main" val="1494550141"/>
                    </a:ext>
                  </a:extLst>
                </a:gridCol>
                <a:gridCol w="2099661">
                  <a:extLst>
                    <a:ext uri="{9D8B030D-6E8A-4147-A177-3AD203B41FA5}">
                      <a16:colId xmlns:a16="http://schemas.microsoft.com/office/drawing/2014/main" val="2691696618"/>
                    </a:ext>
                  </a:extLst>
                </a:gridCol>
                <a:gridCol w="1136594">
                  <a:extLst>
                    <a:ext uri="{9D8B030D-6E8A-4147-A177-3AD203B41FA5}">
                      <a16:colId xmlns:a16="http://schemas.microsoft.com/office/drawing/2014/main" val="2237241630"/>
                    </a:ext>
                  </a:extLst>
                </a:gridCol>
                <a:gridCol w="1833725">
                  <a:extLst>
                    <a:ext uri="{9D8B030D-6E8A-4147-A177-3AD203B41FA5}">
                      <a16:colId xmlns:a16="http://schemas.microsoft.com/office/drawing/2014/main" val="551395556"/>
                    </a:ext>
                  </a:extLst>
                </a:gridCol>
                <a:gridCol w="2174718">
                  <a:extLst>
                    <a:ext uri="{9D8B030D-6E8A-4147-A177-3AD203B41FA5}">
                      <a16:colId xmlns:a16="http://schemas.microsoft.com/office/drawing/2014/main" val="3621381024"/>
                    </a:ext>
                  </a:extLst>
                </a:gridCol>
              </a:tblGrid>
              <a:tr h="71346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Lucida Bright" panose="02040602050505020304" pitchFamily="18" charset="0"/>
                        </a:rPr>
                        <a:t>NO</a:t>
                      </a:r>
                      <a:endParaRPr lang="en-ID" sz="1500" dirty="0">
                        <a:latin typeface="Lucida Bright" panose="02040602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Lucida Bright" panose="02040602050505020304" pitchFamily="18" charset="0"/>
                        </a:rPr>
                        <a:t>Hari / </a:t>
                      </a:r>
                      <a:r>
                        <a:rPr lang="en-US" sz="1500" dirty="0" err="1">
                          <a:latin typeface="Lucida Bright" panose="02040602050505020304" pitchFamily="18" charset="0"/>
                        </a:rPr>
                        <a:t>Tanggal</a:t>
                      </a:r>
                      <a:endParaRPr lang="en-ID" sz="1500" dirty="0">
                        <a:latin typeface="Lucida Bright" panose="02040602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Lucida Bright" panose="02040602050505020304" pitchFamily="18" charset="0"/>
                        </a:rPr>
                        <a:t>Nama</a:t>
                      </a:r>
                      <a:endParaRPr lang="en-ID" sz="1500" dirty="0">
                        <a:latin typeface="Lucida Bright" panose="02040602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Lucida Bright" panose="02040602050505020304" pitchFamily="18" charset="0"/>
                        </a:rPr>
                        <a:t>Jabatan</a:t>
                      </a:r>
                      <a:endParaRPr lang="en-ID" sz="1500" dirty="0">
                        <a:latin typeface="Lucida Bright" panose="02040602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latin typeface="Lucida Bright" panose="02040602050505020304" pitchFamily="18" charset="0"/>
                        </a:rPr>
                        <a:t>Keterangan</a:t>
                      </a:r>
                      <a:endParaRPr lang="en-ID" sz="1500" dirty="0">
                        <a:latin typeface="Lucida Bright" panose="02040602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Lucida Bright" panose="02040602050505020304" pitchFamily="18" charset="0"/>
                        </a:rPr>
                        <a:t>Materi </a:t>
                      </a:r>
                      <a:r>
                        <a:rPr lang="en-US" sz="1500" dirty="0" err="1">
                          <a:latin typeface="Lucida Bright" panose="02040602050505020304" pitchFamily="18" charset="0"/>
                        </a:rPr>
                        <a:t>Simulasi</a:t>
                      </a:r>
                      <a:endParaRPr lang="en-ID" sz="1500" dirty="0">
                        <a:latin typeface="Lucida Bright" panose="02040602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6536204"/>
                  </a:ext>
                </a:extLst>
              </a:tr>
              <a:tr h="129948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/>
                        <a:t>{{1.Hari_Tanggal}}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{{1.Nama}}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/>
                        <a:t>{{1.Jabatan}}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{{1.Keterangan}}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{{1.Materi_Simulasi}}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425807"/>
                  </a:ext>
                </a:extLst>
              </a:tr>
              <a:tr h="106896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/>
                        <a:t>{{2.Hari_Tanggal}}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{{2.Nama}}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/>
                        <a:t>{{2.Jabatan}}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{{2.Keterangan}}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{{2.Materi_Simulasi}}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718149"/>
                  </a:ext>
                </a:extLst>
              </a:tr>
              <a:tr h="133753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/>
                        <a:t>{{3.Hari_Tanggal}}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{{3.Nama}}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/>
                        <a:t>{{3.Jabatan}}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{{3.Keterangan}}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{{3.Materi_Simulasi}}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504430"/>
                  </a:ext>
                </a:extLst>
              </a:tr>
              <a:tr h="112455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/>
                        <a:t>{{4.Hari_Tanggal}}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{{4.Nama}}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/>
                        <a:t>{{4.Jabatan}}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{{4.Keterangan}}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/>
                        <a:t>{{4.Materi_Simulasi}}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645754"/>
                  </a:ext>
                </a:extLst>
              </a:tr>
            </a:tbl>
          </a:graphicData>
        </a:graphic>
      </p:graphicFrame>
      <p:grpSp>
        <p:nvGrpSpPr>
          <p:cNvPr id="5" name="Google Shape;173;p3">
            <a:extLst>
              <a:ext uri="{FF2B5EF4-FFF2-40B4-BE49-F238E27FC236}">
                <a16:creationId xmlns:a16="http://schemas.microsoft.com/office/drawing/2014/main" id="{EAAF48CD-CCB0-5B41-931A-15D31C9080ED}"/>
              </a:ext>
            </a:extLst>
          </p:cNvPr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6" name="Google Shape;174;p3">
              <a:extLst>
                <a:ext uri="{FF2B5EF4-FFF2-40B4-BE49-F238E27FC236}">
                  <a16:creationId xmlns:a16="http://schemas.microsoft.com/office/drawing/2014/main" id="{AB038945-3A7C-0104-2F42-E3200C89176C}"/>
                </a:ext>
              </a:extLst>
            </p:cNvPr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7" name="Google Shape;175;p3">
              <a:extLst>
                <a:ext uri="{FF2B5EF4-FFF2-40B4-BE49-F238E27FC236}">
                  <a16:creationId xmlns:a16="http://schemas.microsoft.com/office/drawing/2014/main" id="{A0B9B64C-24DD-72FE-95B4-A689CA31C107}"/>
                </a:ext>
              </a:extLst>
            </p:cNvPr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0" name="Google Shape;176;p3">
              <a:extLst>
                <a:ext uri="{FF2B5EF4-FFF2-40B4-BE49-F238E27FC236}">
                  <a16:creationId xmlns:a16="http://schemas.microsoft.com/office/drawing/2014/main" id="{CC6EE074-104A-E87B-D575-3CEB8697C6D3}"/>
                </a:ext>
              </a:extLst>
            </p:cNvPr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sp>
        <p:nvSpPr>
          <p:cNvPr id="9" name="Google Shape;212;p3">
            <a:extLst>
              <a:ext uri="{FF2B5EF4-FFF2-40B4-BE49-F238E27FC236}">
                <a16:creationId xmlns:a16="http://schemas.microsoft.com/office/drawing/2014/main" id="{13AE4B77-7F43-70F4-B63B-11F55526351E}"/>
              </a:ext>
            </a:extLst>
          </p:cNvPr>
          <p:cNvSpPr txBox="1"/>
          <p:nvPr/>
        </p:nvSpPr>
        <p:spPr>
          <a:xfrm>
            <a:off x="0" y="0"/>
            <a:ext cx="6095999" cy="123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Simulasi Kondisi Darurat</a:t>
            </a:r>
            <a:endParaRPr sz="4400" b="1" u="sng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8074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73;p3">
            <a:extLst>
              <a:ext uri="{FF2B5EF4-FFF2-40B4-BE49-F238E27FC236}">
                <a16:creationId xmlns:a16="http://schemas.microsoft.com/office/drawing/2014/main" id="{AF55B9AC-62CF-FCC5-6BD7-9990B53E9DA3}"/>
              </a:ext>
            </a:extLst>
          </p:cNvPr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10" name="Google Shape;174;p3">
              <a:extLst>
                <a:ext uri="{FF2B5EF4-FFF2-40B4-BE49-F238E27FC236}">
                  <a16:creationId xmlns:a16="http://schemas.microsoft.com/office/drawing/2014/main" id="{AFC85714-6D01-424C-BA5D-C8C66D8AEB32}"/>
                </a:ext>
              </a:extLst>
            </p:cNvPr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1" name="Google Shape;175;p3">
              <a:extLst>
                <a:ext uri="{FF2B5EF4-FFF2-40B4-BE49-F238E27FC236}">
                  <a16:creationId xmlns:a16="http://schemas.microsoft.com/office/drawing/2014/main" id="{8FE08A19-3DC5-C0D9-BFBD-7C4EB501BDDE}"/>
                </a:ext>
              </a:extLst>
            </p:cNvPr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2" name="Google Shape;176;p3">
              <a:extLst>
                <a:ext uri="{FF2B5EF4-FFF2-40B4-BE49-F238E27FC236}">
                  <a16:creationId xmlns:a16="http://schemas.microsoft.com/office/drawing/2014/main" id="{4F6F1CF9-4A46-99AD-5A4D-E0C33C1490CE}"/>
                </a:ext>
              </a:extLst>
            </p:cNvPr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sp>
        <p:nvSpPr>
          <p:cNvPr id="5" name="Google Shape;212;p3">
            <a:extLst>
              <a:ext uri="{FF2B5EF4-FFF2-40B4-BE49-F238E27FC236}">
                <a16:creationId xmlns:a16="http://schemas.microsoft.com/office/drawing/2014/main" id="{D4911105-75A3-4E4D-1470-08C68FE26244}"/>
              </a:ext>
            </a:extLst>
          </p:cNvPr>
          <p:cNvSpPr txBox="1"/>
          <p:nvPr/>
        </p:nvSpPr>
        <p:spPr>
          <a:xfrm>
            <a:off x="0" y="0"/>
            <a:ext cx="6095999" cy="123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Dokumentasi Simulasi</a:t>
            </a:r>
            <a:endParaRPr sz="4400" b="1" u="sng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C68E7-3D43-8846-F74C-6EC78B3ADC8D}"/>
              </a:ext>
            </a:extLst>
          </p:cNvPr>
          <p:cNvSpPr/>
          <p:nvPr/>
        </p:nvSpPr>
        <p:spPr>
          <a:xfrm>
            <a:off x="342798" y="1570163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 b="1"/>
              <a:t>{{FotoS.1}}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1AF534-6FCD-25E5-F1DD-59B1FCBF8EFD}"/>
              </a:ext>
            </a:extLst>
          </p:cNvPr>
          <p:cNvSpPr/>
          <p:nvPr/>
        </p:nvSpPr>
        <p:spPr>
          <a:xfrm>
            <a:off x="3216627" y="1570163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 b="1"/>
              <a:t>{{FotoS.2}}</a:t>
            </a:r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71579-3075-3AF6-EFCA-F84992B35A40}"/>
              </a:ext>
            </a:extLst>
          </p:cNvPr>
          <p:cNvSpPr/>
          <p:nvPr/>
        </p:nvSpPr>
        <p:spPr>
          <a:xfrm>
            <a:off x="6090456" y="1570163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 b="1"/>
              <a:t>{{FotoS.3}}</a:t>
            </a:r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07158-F91E-CE6E-45F6-C662A95A94E7}"/>
              </a:ext>
            </a:extLst>
          </p:cNvPr>
          <p:cNvSpPr/>
          <p:nvPr/>
        </p:nvSpPr>
        <p:spPr>
          <a:xfrm>
            <a:off x="8964285" y="1570163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 b="1"/>
              <a:t>{{FotoS.4}}</a:t>
            </a:r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E1D268-5CF3-8D8D-7F22-E7CF6F72E04E}"/>
              </a:ext>
            </a:extLst>
          </p:cNvPr>
          <p:cNvSpPr/>
          <p:nvPr/>
        </p:nvSpPr>
        <p:spPr>
          <a:xfrm>
            <a:off x="334924" y="4272817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 b="1"/>
              <a:t>{{FotoS.5}}</a:t>
            </a:r>
            <a:endParaRPr lang="en-ID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818BF5-CB76-3716-FA72-FE96E9F66621}"/>
              </a:ext>
            </a:extLst>
          </p:cNvPr>
          <p:cNvSpPr/>
          <p:nvPr/>
        </p:nvSpPr>
        <p:spPr>
          <a:xfrm>
            <a:off x="3208753" y="4272817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 b="1"/>
              <a:t>{{FotoS.6}}</a:t>
            </a:r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1A0AE5-682B-5E12-BC3C-F37B240E7596}"/>
              </a:ext>
            </a:extLst>
          </p:cNvPr>
          <p:cNvSpPr/>
          <p:nvPr/>
        </p:nvSpPr>
        <p:spPr>
          <a:xfrm>
            <a:off x="6082582" y="4272817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 b="1"/>
              <a:t>{{FotoS.7}}</a:t>
            </a:r>
            <a:endParaRPr lang="en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C2E8B4-BAC7-7B9B-3C87-46639ECEA0D4}"/>
              </a:ext>
            </a:extLst>
          </p:cNvPr>
          <p:cNvSpPr/>
          <p:nvPr/>
        </p:nvSpPr>
        <p:spPr>
          <a:xfrm>
            <a:off x="8956411" y="4272817"/>
            <a:ext cx="2605521" cy="20602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 b="1"/>
              <a:t>{{FotoS.8}}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4290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4D00A9-5B8C-5AFE-6144-9C76EF69F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11" name="Google Shape;211;p3"/>
          <p:cNvSpPr txBox="1">
            <a:spLocks noGrp="1"/>
          </p:cNvSpPr>
          <p:nvPr>
            <p:ph type="sldNum" idx="12"/>
          </p:nvPr>
        </p:nvSpPr>
        <p:spPr>
          <a:xfrm>
            <a:off x="850901" y="6436785"/>
            <a:ext cx="791633" cy="30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fld id="{00000000-1234-1234-1234-123412341234}" type="slidenum">
              <a:rPr lang="en-US"/>
              <a:pPr/>
              <a:t>11</a:t>
            </a:fld>
            <a:endParaRPr/>
          </a:p>
        </p:txBody>
      </p:sp>
      <p:pic>
        <p:nvPicPr>
          <p:cNvPr id="8" name="Google Shape;267;p7">
            <a:extLst>
              <a:ext uri="{FF2B5EF4-FFF2-40B4-BE49-F238E27FC236}">
                <a16:creationId xmlns:a16="http://schemas.microsoft.com/office/drawing/2014/main" id="{4F6DD5B8-C0C2-4BBB-845D-8EB85AEC93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44078" y="528418"/>
            <a:ext cx="938322" cy="4377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2;p3">
            <a:extLst>
              <a:ext uri="{FF2B5EF4-FFF2-40B4-BE49-F238E27FC236}">
                <a16:creationId xmlns:a16="http://schemas.microsoft.com/office/drawing/2014/main" id="{E7E7AE67-AE14-E211-1E36-037F387095F5}"/>
              </a:ext>
            </a:extLst>
          </p:cNvPr>
          <p:cNvSpPr txBox="1"/>
          <p:nvPr/>
        </p:nvSpPr>
        <p:spPr>
          <a:xfrm>
            <a:off x="3020519" y="2182929"/>
            <a:ext cx="7659162" cy="1407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333" b="1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Laporan</a:t>
            </a:r>
            <a:r>
              <a:rPr lang="en-US" sz="5333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333" b="1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Pengawasan</a:t>
            </a:r>
            <a:r>
              <a:rPr lang="en-US" sz="5333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CCTV</a:t>
            </a:r>
            <a:endParaRPr sz="5333" b="1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3;p3">
            <a:extLst>
              <a:ext uri="{FF2B5EF4-FFF2-40B4-BE49-F238E27FC236}">
                <a16:creationId xmlns:a16="http://schemas.microsoft.com/office/drawing/2014/main" id="{4E44D10C-2894-8C1F-F37C-1A2F4C4939A6}"/>
              </a:ext>
            </a:extLst>
          </p:cNvPr>
          <p:cNvSpPr txBox="1"/>
          <p:nvPr/>
        </p:nvSpPr>
        <p:spPr>
          <a:xfrm>
            <a:off x="2177755" y="1654374"/>
            <a:ext cx="3347033" cy="3697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8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800" b="1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9092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 txBox="1"/>
          <p:nvPr/>
        </p:nvSpPr>
        <p:spPr>
          <a:xfrm>
            <a:off x="1794110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7" name="Google Shape;227;p6"/>
          <p:cNvSpPr txBox="1"/>
          <p:nvPr/>
        </p:nvSpPr>
        <p:spPr>
          <a:xfrm>
            <a:off x="5468078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9" name="Google Shape;229;p6"/>
          <p:cNvSpPr txBox="1"/>
          <p:nvPr/>
        </p:nvSpPr>
        <p:spPr>
          <a:xfrm>
            <a:off x="9222395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1" name="Google Shape;231;p6"/>
          <p:cNvSpPr txBox="1"/>
          <p:nvPr/>
        </p:nvSpPr>
        <p:spPr>
          <a:xfrm>
            <a:off x="2969752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2" name="Google Shape;232;p6"/>
          <p:cNvSpPr txBox="1"/>
          <p:nvPr/>
        </p:nvSpPr>
        <p:spPr>
          <a:xfrm>
            <a:off x="6700866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3" name="Google Shape;233;p6"/>
          <p:cNvSpPr txBox="1"/>
          <p:nvPr/>
        </p:nvSpPr>
        <p:spPr>
          <a:xfrm>
            <a:off x="10455183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grpSp>
        <p:nvGrpSpPr>
          <p:cNvPr id="240" name="Google Shape;240;p6"/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241" name="Google Shape;241;p6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</p:grp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F4B459D-9F57-F1B4-48DF-7ECF7A2E8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762473"/>
              </p:ext>
            </p:extLst>
          </p:nvPr>
        </p:nvGraphicFramePr>
        <p:xfrm>
          <a:off x="201589" y="961367"/>
          <a:ext cx="11368217" cy="574565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9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2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31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6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41265">
                  <a:extLst>
                    <a:ext uri="{9D8B030D-6E8A-4147-A177-3AD203B41FA5}">
                      <a16:colId xmlns:a16="http://schemas.microsoft.com/office/drawing/2014/main" val="2930421849"/>
                    </a:ext>
                  </a:extLst>
                </a:gridCol>
              </a:tblGrid>
              <a:tr h="9936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ucida Fax" panose="02060602050505020204" pitchFamily="18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ucida Fax" panose="02060602050505020204" pitchFamily="18" charset="0"/>
                        </a:rPr>
                        <a:t>Hari /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Tanggal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Pengawasan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Obyek</a:t>
                      </a:r>
                      <a:r>
                        <a:rPr lang="en-US" sz="1400" dirty="0">
                          <a:latin typeface="Lucida Fax" panose="020606020505050202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Pengawasan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Pengawasan</a:t>
                      </a:r>
                      <a:r>
                        <a:rPr lang="en-US" sz="1400" dirty="0">
                          <a:latin typeface="Lucida Fax" panose="020606020505050202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kepada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latin typeface="Lucida Fax" panose="02060602050505020204" pitchFamily="18" charset="0"/>
                        </a:rPr>
                        <a:t>(Nama /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Nipp</a:t>
                      </a:r>
                      <a:r>
                        <a:rPr lang="en-US" sz="1400" dirty="0">
                          <a:latin typeface="Lucida Fax" panose="020606020505050202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ucida Fax" panose="02060602050505020204" pitchFamily="18" charset="0"/>
                        </a:rPr>
                        <a:t>Hasil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Pengawasan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Tindak</a:t>
                      </a:r>
                      <a:r>
                        <a:rPr lang="en-US" sz="1400" baseline="0" dirty="0">
                          <a:latin typeface="Lucida Fax" panose="02060602050505020204" pitchFamily="18" charset="0"/>
                        </a:rPr>
                        <a:t> </a:t>
                      </a:r>
                      <a:r>
                        <a:rPr lang="en-US" sz="1400" baseline="0" dirty="0" err="1">
                          <a:latin typeface="Lucida Fax" panose="02060602050505020204" pitchFamily="18" charset="0"/>
                        </a:rPr>
                        <a:t>lanjut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Dokumentasi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  <a:endParaRPr lang="en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{{1.Hari_Tanggal}}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/>
                        <a:t>Ruang PPKA</a:t>
                      </a:r>
                      <a:endParaRPr lang="en-ID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{{1.Nama/_Nipp}}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{{1.Hasil_Pengawasan}}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{{1.TL}}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  <a:endParaRPr lang="en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{{2.Hari_Tanggal}}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/>
                        <a:t>Ruang PPKA</a:t>
                      </a:r>
                      <a:endParaRPr lang="en-ID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{{2.Nama/_Nipp}}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{{2.Hasil_Pengawasan}}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{{2.TL}}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</a:t>
                      </a:r>
                      <a:endParaRPr lang="en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{{3.Hari_Tanggal}}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/>
                        <a:t>Ruang PPKA</a:t>
                      </a:r>
                      <a:endParaRPr lang="en-ID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{{3.Nama/_Nipp}}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{{3.Hasil_Pengawasan}}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{{3.TL}}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724705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  <a:endParaRPr lang="en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{{4.Hari_Tanggal}}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/>
                        <a:t>Ruang PPKA</a:t>
                      </a:r>
                      <a:endParaRPr lang="en-ID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{{4.Nama/_Nipp}}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{{4.Hasil_Pengawasan}}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{{4.TL}}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68089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8761FE7-5A81-7BD7-EC34-7BF75EBD9959}"/>
              </a:ext>
            </a:extLst>
          </p:cNvPr>
          <p:cNvSpPr/>
          <p:nvPr/>
        </p:nvSpPr>
        <p:spPr>
          <a:xfrm>
            <a:off x="8969188" y="1976718"/>
            <a:ext cx="2565850" cy="111610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/>
              <a:t>{{Foto_CCTV.1}}</a:t>
            </a:r>
          </a:p>
        </p:txBody>
      </p:sp>
      <p:sp>
        <p:nvSpPr>
          <p:cNvPr id="7" name="Google Shape;212;p3">
            <a:extLst>
              <a:ext uri="{FF2B5EF4-FFF2-40B4-BE49-F238E27FC236}">
                <a16:creationId xmlns:a16="http://schemas.microsoft.com/office/drawing/2014/main" id="{38A6FB0F-CB1E-D024-9217-7C7CD5C8D548}"/>
              </a:ext>
            </a:extLst>
          </p:cNvPr>
          <p:cNvSpPr txBox="1"/>
          <p:nvPr/>
        </p:nvSpPr>
        <p:spPr>
          <a:xfrm>
            <a:off x="0" y="0"/>
            <a:ext cx="6923314" cy="1407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Laporan</a:t>
            </a:r>
            <a:r>
              <a:rPr lang="en-US" sz="44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b="1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Pengawasan</a:t>
            </a:r>
            <a:r>
              <a:rPr lang="en-US" sz="44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CCTV</a:t>
            </a:r>
            <a:endParaRPr sz="4400" b="1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5CD38-EC06-2029-C7EC-47506E8A4791}"/>
              </a:ext>
            </a:extLst>
          </p:cNvPr>
          <p:cNvSpPr/>
          <p:nvPr/>
        </p:nvSpPr>
        <p:spPr>
          <a:xfrm>
            <a:off x="8964782" y="3128439"/>
            <a:ext cx="2565850" cy="111610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/>
              <a:t>{{Foto_CCTV.2}}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40F160-B50A-3E3C-D3F7-47086E834C03}"/>
              </a:ext>
            </a:extLst>
          </p:cNvPr>
          <p:cNvSpPr/>
          <p:nvPr/>
        </p:nvSpPr>
        <p:spPr>
          <a:xfrm>
            <a:off x="8960376" y="4280160"/>
            <a:ext cx="2565850" cy="111610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/>
              <a:t>{{Foto_CCTV.3}}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616893-C86F-0087-AEA8-48DED34DC794}"/>
              </a:ext>
            </a:extLst>
          </p:cNvPr>
          <p:cNvSpPr/>
          <p:nvPr/>
        </p:nvSpPr>
        <p:spPr>
          <a:xfrm>
            <a:off x="8955970" y="5431881"/>
            <a:ext cx="2565850" cy="111610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/>
              <a:t>{{Foto_CCTV.4}}</a:t>
            </a:r>
          </a:p>
        </p:txBody>
      </p:sp>
    </p:spTree>
    <p:extLst>
      <p:ext uri="{BB962C8B-B14F-4D97-AF65-F5344CB8AC3E}">
        <p14:creationId xmlns:p14="http://schemas.microsoft.com/office/powerpoint/2010/main" val="995797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 txBox="1"/>
          <p:nvPr/>
        </p:nvSpPr>
        <p:spPr>
          <a:xfrm>
            <a:off x="1794110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7" name="Google Shape;227;p6"/>
          <p:cNvSpPr txBox="1"/>
          <p:nvPr/>
        </p:nvSpPr>
        <p:spPr>
          <a:xfrm>
            <a:off x="5468078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9" name="Google Shape;229;p6"/>
          <p:cNvSpPr txBox="1"/>
          <p:nvPr/>
        </p:nvSpPr>
        <p:spPr>
          <a:xfrm>
            <a:off x="9222395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1" name="Google Shape;231;p6"/>
          <p:cNvSpPr txBox="1"/>
          <p:nvPr/>
        </p:nvSpPr>
        <p:spPr>
          <a:xfrm>
            <a:off x="2969752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2" name="Google Shape;232;p6"/>
          <p:cNvSpPr txBox="1"/>
          <p:nvPr/>
        </p:nvSpPr>
        <p:spPr>
          <a:xfrm>
            <a:off x="6700866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3" name="Google Shape;233;p6"/>
          <p:cNvSpPr txBox="1"/>
          <p:nvPr/>
        </p:nvSpPr>
        <p:spPr>
          <a:xfrm>
            <a:off x="10455183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grpSp>
        <p:nvGrpSpPr>
          <p:cNvPr id="240" name="Google Shape;240;p6"/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241" name="Google Shape;241;p6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97C064A-D25E-9F82-9B40-F22E29FD7600}"/>
              </a:ext>
            </a:extLst>
          </p:cNvPr>
          <p:cNvSpPr/>
          <p:nvPr/>
        </p:nvSpPr>
        <p:spPr>
          <a:xfrm>
            <a:off x="99629" y="96741"/>
            <a:ext cx="7644160" cy="830997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anose="02060602050505020204" pitchFamily="18" charset="0"/>
                <a:ea typeface="+mn-ea"/>
                <a:cs typeface="+mn-cs"/>
              </a:rPr>
              <a:t>HASIL EVALUASI PENGAWASAN KS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anose="02060602050505020204" pitchFamily="18" charset="0"/>
                <a:ea typeface="+mn-ea"/>
                <a:cs typeface="+mn-cs"/>
              </a:rPr>
              <a:t>(MELALUI CCTV)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49A61A-B2D3-84FC-630A-4FE46E0B5EEE}"/>
              </a:ext>
            </a:extLst>
          </p:cNvPr>
          <p:cNvSpPr txBox="1"/>
          <p:nvPr/>
        </p:nvSpPr>
        <p:spPr>
          <a:xfrm>
            <a:off x="375113" y="1573583"/>
            <a:ext cx="111946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ctr"/>
            <a:r>
              <a:rPr lang="en-ID" b="1"/>
              <a:t>{{Hasil_Evaluasi}}</a:t>
            </a:r>
          </a:p>
          <a:p>
            <a:pPr fontAlgn="ctr"/>
            <a:endParaRPr lang="en-ID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PPKA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Tertib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dalam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Melakukan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Tunjuk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dan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Sebut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Baik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Tunjuk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dan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Sebut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Jalur dan Wesel (JA-SEL)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ataupun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tunjuk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dan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sebut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plat Alamat pada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saat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melakukan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pelayanan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</a:rPr>
              <a:t>KA Datang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 dan Berangkat.</a:t>
            </a:r>
            <a:endParaRPr lang="en-US" sz="1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>
              <a:buFontTx/>
              <a:buChar char="-"/>
              <a:defRPr/>
            </a:pPr>
            <a:endParaRPr lang="en-US" sz="1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Fax" panose="02060602050505020204" pitchFamily="18" charset="0"/>
                <a:ea typeface="+mn-ea"/>
                <a:cs typeface="+mn-cs"/>
              </a:rPr>
              <a:t>Dokumentasi Evaluasi</a:t>
            </a:r>
            <a:endParaRPr kumimoji="0" lang="en-US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Fax" panose="02060602050505020204" pitchFamily="18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9D8CB5-8EDC-E95E-C698-7BB67880AFBE}"/>
              </a:ext>
            </a:extLst>
          </p:cNvPr>
          <p:cNvSpPr/>
          <p:nvPr/>
        </p:nvSpPr>
        <p:spPr>
          <a:xfrm>
            <a:off x="3395911" y="3302778"/>
            <a:ext cx="3718803" cy="298537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{{Foto_evaluasi.1}}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57AAA3-79B4-A982-94FD-535CE41F76E3}"/>
              </a:ext>
            </a:extLst>
          </p:cNvPr>
          <p:cNvSpPr/>
          <p:nvPr/>
        </p:nvSpPr>
        <p:spPr>
          <a:xfrm>
            <a:off x="7565777" y="3247228"/>
            <a:ext cx="3823054" cy="304092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{{Foto_evaluasi.2}}</a:t>
            </a:r>
          </a:p>
        </p:txBody>
      </p:sp>
    </p:spTree>
    <p:extLst>
      <p:ext uri="{BB962C8B-B14F-4D97-AF65-F5344CB8AC3E}">
        <p14:creationId xmlns:p14="http://schemas.microsoft.com/office/powerpoint/2010/main" val="554250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21"/>
          <p:cNvPicPr preferRelativeResize="0"/>
          <p:nvPr/>
        </p:nvPicPr>
        <p:blipFill rotWithShape="1">
          <a:blip r:embed="rId3">
            <a:alphaModFix/>
          </a:blip>
          <a:srcRect l="11297" t="753" r="28479" b="5013"/>
          <a:stretch/>
        </p:blipFill>
        <p:spPr>
          <a:xfrm>
            <a:off x="5638800" y="16329"/>
            <a:ext cx="6558518" cy="6841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246476" y="1134178"/>
            <a:ext cx="6897695" cy="454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800" y="-1"/>
            <a:ext cx="6939516" cy="4549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2" name="Google Shape;642;p21"/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643" name="Google Shape;643;p21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644" name="Google Shape;644;p21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645" name="Google Shape;645;p21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sp>
        <p:nvSpPr>
          <p:cNvPr id="646" name="Google Shape;646;p21"/>
          <p:cNvSpPr txBox="1"/>
          <p:nvPr/>
        </p:nvSpPr>
        <p:spPr>
          <a:xfrm>
            <a:off x="667908" y="2514600"/>
            <a:ext cx="3959167" cy="89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2"/>
              </a:lnSpc>
            </a:pPr>
            <a:r>
              <a:rPr lang="en-US" sz="4850" b="1" dirty="0" err="1"/>
              <a:t>Terima</a:t>
            </a:r>
            <a:r>
              <a:rPr lang="en-US" sz="4850" b="1" dirty="0"/>
              <a:t> Kasih</a:t>
            </a:r>
            <a:endParaRPr sz="700" dirty="0"/>
          </a:p>
        </p:txBody>
      </p:sp>
      <p:sp>
        <p:nvSpPr>
          <p:cNvPr id="647" name="Google Shape;647;p21"/>
          <p:cNvSpPr txBox="1"/>
          <p:nvPr/>
        </p:nvSpPr>
        <p:spPr>
          <a:xfrm>
            <a:off x="886375" y="4106066"/>
            <a:ext cx="3740700" cy="1044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4"/>
              </a:lnSpc>
            </a:pPr>
            <a:r>
              <a:rPr lang="en-US" sz="4850" b="1" i="1" dirty="0"/>
              <a:t>Thank You</a:t>
            </a:r>
            <a:endParaRPr sz="700" dirty="0"/>
          </a:p>
        </p:txBody>
      </p:sp>
      <p:pic>
        <p:nvPicPr>
          <p:cNvPr id="648" name="Google Shape;648;p21"/>
          <p:cNvPicPr preferRelativeResize="0"/>
          <p:nvPr/>
        </p:nvPicPr>
        <p:blipFill rotWithShape="1">
          <a:blip r:embed="rId5">
            <a:alphaModFix/>
          </a:blip>
          <a:srcRect t="33334" b="35718"/>
          <a:stretch/>
        </p:blipFill>
        <p:spPr>
          <a:xfrm>
            <a:off x="8431495" y="439232"/>
            <a:ext cx="1855506" cy="574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9604</TotalTime>
  <Words>633</Words>
  <Application>Microsoft Office PowerPoint</Application>
  <PresentationFormat>Widescreen</PresentationFormat>
  <Paragraphs>175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Lucida Fax</vt:lpstr>
      <vt:lpstr>Tahoma</vt:lpstr>
      <vt:lpstr>Lucida Bright</vt:lpstr>
      <vt:lpstr>Times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Darma Satria</dc:creator>
  <cp:lastModifiedBy>angga febrian</cp:lastModifiedBy>
  <cp:revision>282</cp:revision>
  <dcterms:created xsi:type="dcterms:W3CDTF">2024-09-09T19:12:39Z</dcterms:created>
  <dcterms:modified xsi:type="dcterms:W3CDTF">2026-09-20T19:29:51Z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d412e7d721bf4e56bd990b876f928045</vt:lpwstr>
  </property>
</Properties>
</file>